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147469163" r:id="rId5"/>
    <p:sldId id="259" r:id="rId6"/>
    <p:sldId id="267" r:id="rId7"/>
    <p:sldId id="258" r:id="rId8"/>
    <p:sldId id="262" r:id="rId9"/>
    <p:sldId id="266" r:id="rId10"/>
    <p:sldId id="2147469159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5FB8031-2F62-BD96-7CDC-95C0DDF42B70}" name="Mohit Gupta" initials="MG" userId="S::Mohit.Gupta15@tp.com::36048d46-4076-48e0-b3ec-43f6d4a91dec" providerId="AD"/>
  <p188:author id="{F6896577-DBDE-2AF4-E4DD-B835FAB38336}" name="MohdAtif Ahsan" initials="MA" userId="S::ahsan.41@TeleperformanceDIBS.com::fb182eec-8d7c-4a86-9851-7aea761beef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6ADB38-FE03-469D-9C30-41DA66F3DFA5}" v="199" dt="2026-06-09T14:21:41.661"/>
    <p1510:client id="{81F0D06E-4D04-425B-97B8-2C2A65E542BF}" v="201" dt="2026-06-09T12:14:19.465"/>
    <p1510:client id="{8E9C9553-05D3-4BAE-9712-2EC7592D906D}" v="425" dt="2026-06-10T03:03:42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enthan Paventhan(paventhan.5)" userId="46d0840e-f957-4da8-abaa-56df60ffc2a1" providerId="ADAL" clId="{769EB8C9-E10B-4AFC-A246-5179DDDD4ECA}"/>
    <pc:docChg chg="undo custSel modSld">
      <pc:chgData name="Paventhan Paventhan(paventhan.5)" userId="46d0840e-f957-4da8-abaa-56df60ffc2a1" providerId="ADAL" clId="{769EB8C9-E10B-4AFC-A246-5179DDDD4ECA}" dt="2026-06-09T12:14:19.464" v="187" actId="20577"/>
      <pc:docMkLst>
        <pc:docMk/>
      </pc:docMkLst>
      <pc:sldChg chg="addSp delSp modSp mod">
        <pc:chgData name="Paventhan Paventhan(paventhan.5)" userId="46d0840e-f957-4da8-abaa-56df60ffc2a1" providerId="ADAL" clId="{769EB8C9-E10B-4AFC-A246-5179DDDD4ECA}" dt="2026-06-09T07:30:43.032" v="53" actId="207"/>
        <pc:sldMkLst>
          <pc:docMk/>
          <pc:sldMk cId="1574340200" sldId="262"/>
        </pc:sldMkLst>
        <pc:graphicFrameChg chg="modGraphic">
          <ac:chgData name="Paventhan Paventhan(paventhan.5)" userId="46d0840e-f957-4da8-abaa-56df60ffc2a1" providerId="ADAL" clId="{769EB8C9-E10B-4AFC-A246-5179DDDD4ECA}" dt="2026-06-09T07:22:34.806" v="22" actId="207"/>
          <ac:graphicFrameMkLst>
            <pc:docMk/>
            <pc:sldMk cId="1574340200" sldId="262"/>
            <ac:graphicFrameMk id="3" creationId="{BA785E4D-D2B4-81F9-4462-AA6DA9F01E4B}"/>
          </ac:graphicFrameMkLst>
        </pc:graphicFrameChg>
        <pc:graphicFrameChg chg="mod">
          <ac:chgData name="Paventhan Paventhan(paventhan.5)" userId="46d0840e-f957-4da8-abaa-56df60ffc2a1" providerId="ADAL" clId="{769EB8C9-E10B-4AFC-A246-5179DDDD4ECA}" dt="2026-06-09T07:30:43.032" v="53" actId="207"/>
          <ac:graphicFrameMkLst>
            <pc:docMk/>
            <pc:sldMk cId="1574340200" sldId="262"/>
            <ac:graphicFrameMk id="4" creationId="{A2EE56F9-E6D9-2156-0751-368D9741647D}"/>
          </ac:graphicFrameMkLst>
        </pc:graphicFrameChg>
        <pc:graphicFrameChg chg="del">
          <ac:chgData name="Paventhan Paventhan(paventhan.5)" userId="46d0840e-f957-4da8-abaa-56df60ffc2a1" providerId="ADAL" clId="{769EB8C9-E10B-4AFC-A246-5179DDDD4ECA}" dt="2026-06-09T07:21:02.940" v="0" actId="478"/>
          <ac:graphicFrameMkLst>
            <pc:docMk/>
            <pc:sldMk cId="1574340200" sldId="262"/>
            <ac:graphicFrameMk id="6" creationId="{17C65CAD-4A43-8428-00A5-AF3405AEC763}"/>
          </ac:graphicFrameMkLst>
        </pc:graphicFrameChg>
        <pc:graphicFrameChg chg="add mod modGraphic">
          <ac:chgData name="Paventhan Paventhan(paventhan.5)" userId="46d0840e-f957-4da8-abaa-56df60ffc2a1" providerId="ADAL" clId="{769EB8C9-E10B-4AFC-A246-5179DDDD4ECA}" dt="2026-06-09T07:26:16.110" v="26" actId="14734"/>
          <ac:graphicFrameMkLst>
            <pc:docMk/>
            <pc:sldMk cId="1574340200" sldId="262"/>
            <ac:graphicFrameMk id="7" creationId="{C1BE9A7C-71F5-EE79-337E-E91E3BB7B037}"/>
          </ac:graphicFrameMkLst>
        </pc:graphicFrameChg>
      </pc:sldChg>
      <pc:sldChg chg="modSp mod">
        <pc:chgData name="Paventhan Paventhan(paventhan.5)" userId="46d0840e-f957-4da8-abaa-56df60ffc2a1" providerId="ADAL" clId="{769EB8C9-E10B-4AFC-A246-5179DDDD4ECA}" dt="2026-06-09T12:14:19.464" v="187" actId="20577"/>
        <pc:sldMkLst>
          <pc:docMk/>
          <pc:sldMk cId="1014562711" sldId="266"/>
        </pc:sldMkLst>
        <pc:graphicFrameChg chg="mod modGraphic">
          <ac:chgData name="Paventhan Paventhan(paventhan.5)" userId="46d0840e-f957-4da8-abaa-56df60ffc2a1" providerId="ADAL" clId="{769EB8C9-E10B-4AFC-A246-5179DDDD4ECA}" dt="2026-06-09T12:14:19.464" v="187" actId="20577"/>
          <ac:graphicFrameMkLst>
            <pc:docMk/>
            <pc:sldMk cId="1014562711" sldId="266"/>
            <ac:graphicFrameMk id="8" creationId="{3AD99F45-9DF2-A583-83FF-D782B6FFC5FA}"/>
          </ac:graphicFrameMkLst>
        </pc:graphicFrameChg>
        <pc:graphicFrameChg chg="mod modGraphic">
          <ac:chgData name="Paventhan Paventhan(paventhan.5)" userId="46d0840e-f957-4da8-abaa-56df60ffc2a1" providerId="ADAL" clId="{769EB8C9-E10B-4AFC-A246-5179DDDD4ECA}" dt="2026-06-09T08:05:48.611" v="73" actId="255"/>
          <ac:graphicFrameMkLst>
            <pc:docMk/>
            <pc:sldMk cId="1014562711" sldId="266"/>
            <ac:graphicFrameMk id="10" creationId="{3B828F55-CDB5-4AEE-389C-FE827CABA512}"/>
          </ac:graphicFrameMkLst>
        </pc:graphicFrameChg>
      </pc:sldChg>
      <pc:sldChg chg="modSp mod">
        <pc:chgData name="Paventhan Paventhan(paventhan.5)" userId="46d0840e-f957-4da8-abaa-56df60ffc2a1" providerId="ADAL" clId="{769EB8C9-E10B-4AFC-A246-5179DDDD4ECA}" dt="2026-06-09T08:25:18.314" v="119"/>
        <pc:sldMkLst>
          <pc:docMk/>
          <pc:sldMk cId="167058644" sldId="278"/>
        </pc:sldMkLst>
        <pc:graphicFrameChg chg="mod">
          <ac:chgData name="Paventhan Paventhan(paventhan.5)" userId="46d0840e-f957-4da8-abaa-56df60ffc2a1" providerId="ADAL" clId="{769EB8C9-E10B-4AFC-A246-5179DDDD4ECA}" dt="2026-06-09T08:25:18.314" v="119"/>
          <ac:graphicFrameMkLst>
            <pc:docMk/>
            <pc:sldMk cId="167058644" sldId="278"/>
            <ac:graphicFrameMk id="3" creationId="{30EFEF90-88F9-6FE5-D84E-1C0E50327724}"/>
          </ac:graphicFrameMkLst>
        </pc:graphicFrameChg>
      </pc:sldChg>
      <pc:sldChg chg="modSp mod">
        <pc:chgData name="Paventhan Paventhan(paventhan.5)" userId="46d0840e-f957-4da8-abaa-56df60ffc2a1" providerId="ADAL" clId="{769EB8C9-E10B-4AFC-A246-5179DDDD4ECA}" dt="2026-06-09T08:23:24.592" v="118" actId="208"/>
        <pc:sldMkLst>
          <pc:docMk/>
          <pc:sldMk cId="1529088806" sldId="2147469159"/>
        </pc:sldMkLst>
        <pc:spChg chg="mod">
          <ac:chgData name="Paventhan Paventhan(paventhan.5)" userId="46d0840e-f957-4da8-abaa-56df60ffc2a1" providerId="ADAL" clId="{769EB8C9-E10B-4AFC-A246-5179DDDD4ECA}" dt="2026-06-09T08:23:24.592" v="118" actId="208"/>
          <ac:spMkLst>
            <pc:docMk/>
            <pc:sldMk cId="1529088806" sldId="2147469159"/>
            <ac:spMk id="7" creationId="{596969B8-0444-D976-2EBC-7E986A08CC55}"/>
          </ac:spMkLst>
        </pc:spChg>
        <pc:graphicFrameChg chg="modGraphic">
          <ac:chgData name="Paventhan Paventhan(paventhan.5)" userId="46d0840e-f957-4da8-abaa-56df60ffc2a1" providerId="ADAL" clId="{769EB8C9-E10B-4AFC-A246-5179DDDD4ECA}" dt="2026-06-09T08:18:24.185" v="112" actId="2062"/>
          <ac:graphicFrameMkLst>
            <pc:docMk/>
            <pc:sldMk cId="1529088806" sldId="2147469159"/>
            <ac:graphicFrameMk id="13" creationId="{10A11575-A922-5F3E-8023-4422EBD997A4}"/>
          </ac:graphicFrameMkLst>
        </pc:graphicFrameChg>
        <pc:graphicFrameChg chg="modGraphic">
          <ac:chgData name="Paventhan Paventhan(paventhan.5)" userId="46d0840e-f957-4da8-abaa-56df60ffc2a1" providerId="ADAL" clId="{769EB8C9-E10B-4AFC-A246-5179DDDD4ECA}" dt="2026-06-09T08:18:40.642" v="115" actId="122"/>
          <ac:graphicFrameMkLst>
            <pc:docMk/>
            <pc:sldMk cId="1529088806" sldId="2147469159"/>
            <ac:graphicFrameMk id="16" creationId="{22D75A47-3214-DB89-3E4D-5AB7D2E10BA7}"/>
          </ac:graphicFrameMkLst>
        </pc:graphicFrameChg>
        <pc:graphicFrameChg chg="modGraphic">
          <ac:chgData name="Paventhan Paventhan(paventhan.5)" userId="46d0840e-f957-4da8-abaa-56df60ffc2a1" providerId="ADAL" clId="{769EB8C9-E10B-4AFC-A246-5179DDDD4ECA}" dt="2026-06-09T08:18:31.824" v="113" actId="2062"/>
          <ac:graphicFrameMkLst>
            <pc:docMk/>
            <pc:sldMk cId="1529088806" sldId="2147469159"/>
            <ac:graphicFrameMk id="18" creationId="{46270F1B-4E31-0505-57C9-EB8D3EE19594}"/>
          </ac:graphicFrameMkLst>
        </pc:graphicFrameChg>
      </pc:sldChg>
    </pc:docChg>
  </pc:docChgLst>
  <pc:docChgLst>
    <pc:chgData name="Amrendra Sandilya" userId="bfbdc879-ebee-40ce-b2dc-126e03a33286" providerId="ADAL" clId="{8E8F27E7-5354-4882-A232-0C82D4EECB44}"/>
    <pc:docChg chg="undo custSel delSld modSld">
      <pc:chgData name="Amrendra Sandilya" userId="bfbdc879-ebee-40ce-b2dc-126e03a33286" providerId="ADAL" clId="{8E8F27E7-5354-4882-A232-0C82D4EECB44}" dt="2026-06-10T10:32:03.731" v="470" actId="20577"/>
      <pc:docMkLst>
        <pc:docMk/>
      </pc:docMkLst>
      <pc:sldChg chg="modSp mod">
        <pc:chgData name="Amrendra Sandilya" userId="bfbdc879-ebee-40ce-b2dc-126e03a33286" providerId="ADAL" clId="{8E8F27E7-5354-4882-A232-0C82D4EECB44}" dt="2026-06-10T03:03:42.511" v="419" actId="20577"/>
        <pc:sldMkLst>
          <pc:docMk/>
          <pc:sldMk cId="863299902" sldId="259"/>
        </pc:sldMkLst>
        <pc:spChg chg="mod">
          <ac:chgData name="Amrendra Sandilya" userId="bfbdc879-ebee-40ce-b2dc-126e03a33286" providerId="ADAL" clId="{8E8F27E7-5354-4882-A232-0C82D4EECB44}" dt="2026-06-10T03:03:42.511" v="419" actId="20577"/>
          <ac:spMkLst>
            <pc:docMk/>
            <pc:sldMk cId="863299902" sldId="259"/>
            <ac:spMk id="6" creationId="{2662A9E1-A70E-218D-F0C0-A63181E66934}"/>
          </ac:spMkLst>
        </pc:spChg>
      </pc:sldChg>
      <pc:sldChg chg="addSp delSp modSp mod">
        <pc:chgData name="Amrendra Sandilya" userId="bfbdc879-ebee-40ce-b2dc-126e03a33286" providerId="ADAL" clId="{8E8F27E7-5354-4882-A232-0C82D4EECB44}" dt="2026-06-09T08:16:59.419" v="119" actId="20577"/>
        <pc:sldMkLst>
          <pc:docMk/>
          <pc:sldMk cId="1529088806" sldId="2147469159"/>
        </pc:sldMkLst>
        <pc:spChg chg="mod">
          <ac:chgData name="Amrendra Sandilya" userId="bfbdc879-ebee-40ce-b2dc-126e03a33286" providerId="ADAL" clId="{8E8F27E7-5354-4882-A232-0C82D4EECB44}" dt="2026-06-09T08:03:46.076" v="27" actId="1076"/>
          <ac:spMkLst>
            <pc:docMk/>
            <pc:sldMk cId="1529088806" sldId="2147469159"/>
            <ac:spMk id="9" creationId="{C322A2D0-D2CD-040C-87EB-CAAC77D5E02B}"/>
          </ac:spMkLst>
        </pc:spChg>
        <pc:graphicFrameChg chg="del">
          <ac:chgData name="Amrendra Sandilya" userId="bfbdc879-ebee-40ce-b2dc-126e03a33286" providerId="ADAL" clId="{8E8F27E7-5354-4882-A232-0C82D4EECB44}" dt="2026-06-09T07:50:11.563" v="0" actId="478"/>
          <ac:graphicFrameMkLst>
            <pc:docMk/>
            <pc:sldMk cId="1529088806" sldId="2147469159"/>
            <ac:graphicFrameMk id="5" creationId="{71539EF2-CDAE-980C-B6C6-F7EFF5619837}"/>
          </ac:graphicFrameMkLst>
        </pc:graphicFrameChg>
        <pc:graphicFrameChg chg="del modGraphic">
          <ac:chgData name="Amrendra Sandilya" userId="bfbdc879-ebee-40ce-b2dc-126e03a33286" providerId="ADAL" clId="{8E8F27E7-5354-4882-A232-0C82D4EECB44}" dt="2026-06-09T08:00:01.672" v="13" actId="478"/>
          <ac:graphicFrameMkLst>
            <pc:docMk/>
            <pc:sldMk cId="1529088806" sldId="2147469159"/>
            <ac:graphicFrameMk id="8" creationId="{8818F506-E108-4584-8F66-69D2C158BB1A}"/>
          </ac:graphicFrameMkLst>
        </pc:graphicFrameChg>
        <pc:graphicFrameChg chg="add mod">
          <ac:chgData name="Amrendra Sandilya" userId="bfbdc879-ebee-40ce-b2dc-126e03a33286" providerId="ADAL" clId="{8E8F27E7-5354-4882-A232-0C82D4EECB44}" dt="2026-06-09T07:50:13.034" v="1"/>
          <ac:graphicFrameMkLst>
            <pc:docMk/>
            <pc:sldMk cId="1529088806" sldId="2147469159"/>
            <ac:graphicFrameMk id="10" creationId="{85939180-A937-3287-7092-1ACDB660CA48}"/>
          </ac:graphicFrameMkLst>
        </pc:graphicFrameChg>
        <pc:graphicFrameChg chg="add mod modGraphic">
          <ac:chgData name="Amrendra Sandilya" userId="bfbdc879-ebee-40ce-b2dc-126e03a33286" providerId="ADAL" clId="{8E8F27E7-5354-4882-A232-0C82D4EECB44}" dt="2026-06-09T07:51:56.039" v="12" actId="6549"/>
          <ac:graphicFrameMkLst>
            <pc:docMk/>
            <pc:sldMk cId="1529088806" sldId="2147469159"/>
            <ac:graphicFrameMk id="12" creationId="{F2886760-5F28-9AB2-FB2B-A7EA6C3236F6}"/>
          </ac:graphicFrameMkLst>
        </pc:graphicFrameChg>
        <pc:graphicFrameChg chg="mod modGraphic">
          <ac:chgData name="Amrendra Sandilya" userId="bfbdc879-ebee-40ce-b2dc-126e03a33286" providerId="ADAL" clId="{8E8F27E7-5354-4882-A232-0C82D4EECB44}" dt="2026-06-09T08:16:59.419" v="119" actId="20577"/>
          <ac:graphicFrameMkLst>
            <pc:docMk/>
            <pc:sldMk cId="1529088806" sldId="2147469159"/>
            <ac:graphicFrameMk id="13" creationId="{10A11575-A922-5F3E-8023-4422EBD997A4}"/>
          </ac:graphicFrameMkLst>
        </pc:graphicFrameChg>
        <pc:graphicFrameChg chg="add mod">
          <ac:chgData name="Amrendra Sandilya" userId="bfbdc879-ebee-40ce-b2dc-126e03a33286" providerId="ADAL" clId="{8E8F27E7-5354-4882-A232-0C82D4EECB44}" dt="2026-06-09T08:00:03.937" v="14"/>
          <ac:graphicFrameMkLst>
            <pc:docMk/>
            <pc:sldMk cId="1529088806" sldId="2147469159"/>
            <ac:graphicFrameMk id="15" creationId="{7192C7EF-73EE-FE20-5E9D-E433E7407FFB}"/>
          </ac:graphicFrameMkLst>
        </pc:graphicFrameChg>
        <pc:graphicFrameChg chg="add del mod modGraphic">
          <ac:chgData name="Amrendra Sandilya" userId="bfbdc879-ebee-40ce-b2dc-126e03a33286" providerId="ADAL" clId="{8E8F27E7-5354-4882-A232-0C82D4EECB44}" dt="2026-06-09T08:14:24.108" v="85" actId="20577"/>
          <ac:graphicFrameMkLst>
            <pc:docMk/>
            <pc:sldMk cId="1529088806" sldId="2147469159"/>
            <ac:graphicFrameMk id="16" creationId="{22D75A47-3214-DB89-3E4D-5AB7D2E10BA7}"/>
          </ac:graphicFrameMkLst>
        </pc:graphicFrameChg>
        <pc:graphicFrameChg chg="add mod modGraphic">
          <ac:chgData name="Amrendra Sandilya" userId="bfbdc879-ebee-40ce-b2dc-126e03a33286" providerId="ADAL" clId="{8E8F27E7-5354-4882-A232-0C82D4EECB44}" dt="2026-06-09T08:03:37.342" v="26" actId="20577"/>
          <ac:graphicFrameMkLst>
            <pc:docMk/>
            <pc:sldMk cId="1529088806" sldId="2147469159"/>
            <ac:graphicFrameMk id="17" creationId="{023FB4A9-3A54-E740-E95A-FBC4493D0560}"/>
          </ac:graphicFrameMkLst>
        </pc:graphicFrameChg>
      </pc:sldChg>
      <pc:sldChg chg="addSp delSp modSp mod">
        <pc:chgData name="Amrendra Sandilya" userId="bfbdc879-ebee-40ce-b2dc-126e03a33286" providerId="ADAL" clId="{8E8F27E7-5354-4882-A232-0C82D4EECB44}" dt="2026-06-10T10:32:03.731" v="470" actId="20577"/>
        <pc:sldMkLst>
          <pc:docMk/>
          <pc:sldMk cId="563690275" sldId="2147469163"/>
        </pc:sldMkLst>
        <pc:spChg chg="mod">
          <ac:chgData name="Amrendra Sandilya" userId="bfbdc879-ebee-40ce-b2dc-126e03a33286" providerId="ADAL" clId="{8E8F27E7-5354-4882-A232-0C82D4EECB44}" dt="2026-06-10T08:03:23.329" v="425" actId="20577"/>
          <ac:spMkLst>
            <pc:docMk/>
            <pc:sldMk cId="563690275" sldId="2147469163"/>
            <ac:spMk id="2" creationId="{CD70B2FC-6034-E743-A976-8C50DE16D1D6}"/>
          </ac:spMkLst>
        </pc:spChg>
        <pc:spChg chg="add del">
          <ac:chgData name="Amrendra Sandilya" userId="bfbdc879-ebee-40ce-b2dc-126e03a33286" providerId="ADAL" clId="{8E8F27E7-5354-4882-A232-0C82D4EECB44}" dt="2026-06-10T02:48:01.969" v="169" actId="22"/>
          <ac:spMkLst>
            <pc:docMk/>
            <pc:sldMk cId="563690275" sldId="2147469163"/>
            <ac:spMk id="5" creationId="{A878421F-A0AD-55F6-CBE8-D57CC7BA8815}"/>
          </ac:spMkLst>
        </pc:spChg>
        <pc:spChg chg="mod">
          <ac:chgData name="Amrendra Sandilya" userId="bfbdc879-ebee-40ce-b2dc-126e03a33286" providerId="ADAL" clId="{8E8F27E7-5354-4882-A232-0C82D4EECB44}" dt="2026-06-10T10:32:03.731" v="470" actId="20577"/>
          <ac:spMkLst>
            <pc:docMk/>
            <pc:sldMk cId="563690275" sldId="2147469163"/>
            <ac:spMk id="7" creationId="{41DD65D8-C67C-05E0-1A94-CAFEC2AA32C0}"/>
          </ac:spMkLst>
        </pc:spChg>
        <pc:spChg chg="add del mod">
          <ac:chgData name="Amrendra Sandilya" userId="bfbdc879-ebee-40ce-b2dc-126e03a33286" providerId="ADAL" clId="{8E8F27E7-5354-4882-A232-0C82D4EECB44}" dt="2026-06-10T02:52:58.653" v="258" actId="478"/>
          <ac:spMkLst>
            <pc:docMk/>
            <pc:sldMk cId="563690275" sldId="2147469163"/>
            <ac:spMk id="13" creationId="{901E4201-8942-7AC3-5F17-0CD7EB2957C9}"/>
          </ac:spMkLst>
        </pc:spChg>
        <pc:graphicFrameChg chg="modGraphic">
          <ac:chgData name="Amrendra Sandilya" userId="bfbdc879-ebee-40ce-b2dc-126e03a33286" providerId="ADAL" clId="{8E8F27E7-5354-4882-A232-0C82D4EECB44}" dt="2026-06-10T08:00:10.415" v="423" actId="20577"/>
          <ac:graphicFrameMkLst>
            <pc:docMk/>
            <pc:sldMk cId="563690275" sldId="2147469163"/>
            <ac:graphicFrameMk id="4" creationId="{C9D05C95-A6C3-9858-A3CF-BBD395E21F3B}"/>
          </ac:graphicFrameMkLst>
        </pc:graphicFrameChg>
        <pc:graphicFrameChg chg="modGraphic">
          <ac:chgData name="Amrendra Sandilya" userId="bfbdc879-ebee-40ce-b2dc-126e03a33286" providerId="ADAL" clId="{8E8F27E7-5354-4882-A232-0C82D4EECB44}" dt="2026-06-10T02:25:38.554" v="124" actId="113"/>
          <ac:graphicFrameMkLst>
            <pc:docMk/>
            <pc:sldMk cId="563690275" sldId="2147469163"/>
            <ac:graphicFrameMk id="10" creationId="{CA9C4954-046E-B517-3DB9-443BC99737C1}"/>
          </ac:graphicFrameMkLst>
        </pc:graphicFrameChg>
        <pc:graphicFrameChg chg="mod">
          <ac:chgData name="Amrendra Sandilya" userId="bfbdc879-ebee-40ce-b2dc-126e03a33286" providerId="ADAL" clId="{8E8F27E7-5354-4882-A232-0C82D4EECB44}" dt="2026-06-10T02:46:33.645" v="165"/>
          <ac:graphicFrameMkLst>
            <pc:docMk/>
            <pc:sldMk cId="563690275" sldId="2147469163"/>
            <ac:graphicFrameMk id="11" creationId="{AE538C4B-5F8F-9ED6-6086-AD668EBEC501}"/>
          </ac:graphicFrameMkLst>
        </pc:graphicFrameChg>
      </pc:sldChg>
      <pc:sldChg chg="del">
        <pc:chgData name="Amrendra Sandilya" userId="bfbdc879-ebee-40ce-b2dc-126e03a33286" providerId="ADAL" clId="{8E8F27E7-5354-4882-A232-0C82D4EECB44}" dt="2026-06-10T02:56:57.981" v="274" actId="2696"/>
        <pc:sldMkLst>
          <pc:docMk/>
          <pc:sldMk cId="3379214696" sldId="2147469164"/>
        </pc:sldMkLst>
      </pc:sldChg>
    </pc:docChg>
  </pc:docChgLst>
  <pc:docChgLst>
    <pc:chgData name="Vesman Martin" userId="d485685a-f90f-4b6e-a53c-e6a89775a6df" providerId="ADAL" clId="{98E5B961-2DF4-4473-B132-ACBF10A1101F}"/>
    <pc:docChg chg="undo redo custSel addSld modSld sldOrd">
      <pc:chgData name="Vesman Martin" userId="d485685a-f90f-4b6e-a53c-e6a89775a6df" providerId="ADAL" clId="{98E5B961-2DF4-4473-B132-ACBF10A1101F}" dt="2026-06-09T14:22:41.064" v="635" actId="14100"/>
      <pc:docMkLst>
        <pc:docMk/>
      </pc:docMkLst>
      <pc:sldChg chg="modSp mod">
        <pc:chgData name="Vesman Martin" userId="d485685a-f90f-4b6e-a53c-e6a89775a6df" providerId="ADAL" clId="{98E5B961-2DF4-4473-B132-ACBF10A1101F}" dt="2026-06-09T12:24:37.924" v="467" actId="122"/>
        <pc:sldMkLst>
          <pc:docMk/>
          <pc:sldMk cId="950979966" sldId="258"/>
        </pc:sldMkLst>
        <pc:graphicFrameChg chg="mod modGraphic">
          <ac:chgData name="Vesman Martin" userId="d485685a-f90f-4b6e-a53c-e6a89775a6df" providerId="ADAL" clId="{98E5B961-2DF4-4473-B132-ACBF10A1101F}" dt="2026-06-09T12:24:37.924" v="467" actId="122"/>
          <ac:graphicFrameMkLst>
            <pc:docMk/>
            <pc:sldMk cId="950979966" sldId="258"/>
            <ac:graphicFrameMk id="3" creationId="{098597DD-C2B3-AFF6-8DC4-A57EDBC8AA10}"/>
          </ac:graphicFrameMkLst>
        </pc:graphicFrameChg>
        <pc:graphicFrameChg chg="mod modGraphic">
          <ac:chgData name="Vesman Martin" userId="d485685a-f90f-4b6e-a53c-e6a89775a6df" providerId="ADAL" clId="{98E5B961-2DF4-4473-B132-ACBF10A1101F}" dt="2026-06-09T08:41:46.291" v="164" actId="2062"/>
          <ac:graphicFrameMkLst>
            <pc:docMk/>
            <pc:sldMk cId="950979966" sldId="258"/>
            <ac:graphicFrameMk id="5" creationId="{DF6497E6-F361-C09A-3A5D-F2676B746EEC}"/>
          </ac:graphicFrameMkLst>
        </pc:graphicFrameChg>
        <pc:graphicFrameChg chg="mod modGraphic">
          <ac:chgData name="Vesman Martin" userId="d485685a-f90f-4b6e-a53c-e6a89775a6df" providerId="ADAL" clId="{98E5B961-2DF4-4473-B132-ACBF10A1101F}" dt="2026-06-09T12:05:18.708" v="457" actId="113"/>
          <ac:graphicFrameMkLst>
            <pc:docMk/>
            <pc:sldMk cId="950979966" sldId="258"/>
            <ac:graphicFrameMk id="6" creationId="{05AFEC7D-81D9-26A8-1D60-903088BCA92D}"/>
          </ac:graphicFrameMkLst>
        </pc:graphicFrameChg>
      </pc:sldChg>
      <pc:sldChg chg="modSp mod">
        <pc:chgData name="Vesman Martin" userId="d485685a-f90f-4b6e-a53c-e6a89775a6df" providerId="ADAL" clId="{98E5B961-2DF4-4473-B132-ACBF10A1101F}" dt="2026-06-09T10:45:21.145" v="310"/>
        <pc:sldMkLst>
          <pc:docMk/>
          <pc:sldMk cId="863299902" sldId="259"/>
        </pc:sldMkLst>
        <pc:spChg chg="mod">
          <ac:chgData name="Vesman Martin" userId="d485685a-f90f-4b6e-a53c-e6a89775a6df" providerId="ADAL" clId="{98E5B961-2DF4-4473-B132-ACBF10A1101F}" dt="2026-06-09T10:45:21.145" v="310"/>
          <ac:spMkLst>
            <pc:docMk/>
            <pc:sldMk cId="863299902" sldId="259"/>
            <ac:spMk id="6" creationId="{2662A9E1-A70E-218D-F0C0-A63181E66934}"/>
          </ac:spMkLst>
        </pc:spChg>
        <pc:graphicFrameChg chg="mod modGraphic">
          <ac:chgData name="Vesman Martin" userId="d485685a-f90f-4b6e-a53c-e6a89775a6df" providerId="ADAL" clId="{98E5B961-2DF4-4473-B132-ACBF10A1101F}" dt="2026-06-09T10:43:39.042" v="248" actId="20577"/>
          <ac:graphicFrameMkLst>
            <pc:docMk/>
            <pc:sldMk cId="863299902" sldId="259"/>
            <ac:graphicFrameMk id="5" creationId="{0DE90549-1FBB-5D24-08DB-A4ECA25CCB2F}"/>
          </ac:graphicFrameMkLst>
        </pc:graphicFrameChg>
      </pc:sldChg>
      <pc:sldChg chg="modSp mod">
        <pc:chgData name="Vesman Martin" userId="d485685a-f90f-4b6e-a53c-e6a89775a6df" providerId="ADAL" clId="{98E5B961-2DF4-4473-B132-ACBF10A1101F}" dt="2026-06-09T13:17:46.489" v="571" actId="108"/>
        <pc:sldMkLst>
          <pc:docMk/>
          <pc:sldMk cId="1574340200" sldId="262"/>
        </pc:sldMkLst>
        <pc:spChg chg="mod">
          <ac:chgData name="Vesman Martin" userId="d485685a-f90f-4b6e-a53c-e6a89775a6df" providerId="ADAL" clId="{98E5B961-2DF4-4473-B132-ACBF10A1101F}" dt="2026-06-09T12:50:51.236" v="530" actId="2711"/>
          <ac:spMkLst>
            <pc:docMk/>
            <pc:sldMk cId="1574340200" sldId="262"/>
            <ac:spMk id="5" creationId="{0A5664D3-DDFE-5DB0-04A1-1868CB3F9DAE}"/>
          </ac:spMkLst>
        </pc:spChg>
        <pc:graphicFrameChg chg="mod modGraphic">
          <ac:chgData name="Vesman Martin" userId="d485685a-f90f-4b6e-a53c-e6a89775a6df" providerId="ADAL" clId="{98E5B961-2DF4-4473-B132-ACBF10A1101F}" dt="2026-06-09T08:42:00.828" v="165" actId="14100"/>
          <ac:graphicFrameMkLst>
            <pc:docMk/>
            <pc:sldMk cId="1574340200" sldId="262"/>
            <ac:graphicFrameMk id="3" creationId="{BA785E4D-D2B4-81F9-4462-AA6DA9F01E4B}"/>
          </ac:graphicFrameMkLst>
        </pc:graphicFrameChg>
        <pc:graphicFrameChg chg="mod modGraphic">
          <ac:chgData name="Vesman Martin" userId="d485685a-f90f-4b6e-a53c-e6a89775a6df" providerId="ADAL" clId="{98E5B961-2DF4-4473-B132-ACBF10A1101F}" dt="2026-06-09T13:17:46.489" v="571" actId="108"/>
          <ac:graphicFrameMkLst>
            <pc:docMk/>
            <pc:sldMk cId="1574340200" sldId="262"/>
            <ac:graphicFrameMk id="7" creationId="{C1BE9A7C-71F5-EE79-337E-E91E3BB7B037}"/>
          </ac:graphicFrameMkLst>
        </pc:graphicFrameChg>
      </pc:sldChg>
      <pc:sldChg chg="modSp">
        <pc:chgData name="Vesman Martin" userId="d485685a-f90f-4b6e-a53c-e6a89775a6df" providerId="ADAL" clId="{98E5B961-2DF4-4473-B132-ACBF10A1101F}" dt="2026-06-09T08:45:11.586" v="172"/>
        <pc:sldMkLst>
          <pc:docMk/>
          <pc:sldMk cId="1014562711" sldId="266"/>
        </pc:sldMkLst>
        <pc:graphicFrameChg chg="mod">
          <ac:chgData name="Vesman Martin" userId="d485685a-f90f-4b6e-a53c-e6a89775a6df" providerId="ADAL" clId="{98E5B961-2DF4-4473-B132-ACBF10A1101F}" dt="2026-06-09T08:45:05.726" v="171"/>
          <ac:graphicFrameMkLst>
            <pc:docMk/>
            <pc:sldMk cId="1014562711" sldId="266"/>
            <ac:graphicFrameMk id="8" creationId="{3AD99F45-9DF2-A583-83FF-D782B6FFC5FA}"/>
          </ac:graphicFrameMkLst>
        </pc:graphicFrameChg>
        <pc:graphicFrameChg chg="mod">
          <ac:chgData name="Vesman Martin" userId="d485685a-f90f-4b6e-a53c-e6a89775a6df" providerId="ADAL" clId="{98E5B961-2DF4-4473-B132-ACBF10A1101F}" dt="2026-06-09T08:45:11.586" v="172"/>
          <ac:graphicFrameMkLst>
            <pc:docMk/>
            <pc:sldMk cId="1014562711" sldId="266"/>
            <ac:graphicFrameMk id="10" creationId="{3B828F55-CDB5-4AEE-389C-FE827CABA512}"/>
          </ac:graphicFrameMkLst>
        </pc:graphicFrameChg>
      </pc:sldChg>
      <pc:sldChg chg="addSp delSp modSp mod">
        <pc:chgData name="Vesman Martin" userId="d485685a-f90f-4b6e-a53c-e6a89775a6df" providerId="ADAL" clId="{98E5B961-2DF4-4473-B132-ACBF10A1101F}" dt="2026-06-09T13:02:32.455" v="548" actId="20577"/>
        <pc:sldMkLst>
          <pc:docMk/>
          <pc:sldMk cId="2882256656" sldId="267"/>
        </pc:sldMkLst>
        <pc:spChg chg="mod">
          <ac:chgData name="Vesman Martin" userId="d485685a-f90f-4b6e-a53c-e6a89775a6df" providerId="ADAL" clId="{98E5B961-2DF4-4473-B132-ACBF10A1101F}" dt="2026-06-09T12:50:36.003" v="529" actId="403"/>
          <ac:spMkLst>
            <pc:docMk/>
            <pc:sldMk cId="2882256656" sldId="267"/>
            <ac:spMk id="2" creationId="{CAEDC83B-7701-4D2F-7ADC-BE5AB460A0C2}"/>
          </ac:spMkLst>
        </pc:spChg>
        <pc:graphicFrameChg chg="mod modGraphic">
          <ac:chgData name="Vesman Martin" userId="d485685a-f90f-4b6e-a53c-e6a89775a6df" providerId="ADAL" clId="{98E5B961-2DF4-4473-B132-ACBF10A1101F}" dt="2026-06-09T07:56:03.830" v="53" actId="14100"/>
          <ac:graphicFrameMkLst>
            <pc:docMk/>
            <pc:sldMk cId="2882256656" sldId="267"/>
            <ac:graphicFrameMk id="3" creationId="{FF7B8A91-4F9B-AB91-478F-B9034AC8628A}"/>
          </ac:graphicFrameMkLst>
        </pc:graphicFrameChg>
        <pc:graphicFrameChg chg="mod">
          <ac:chgData name="Vesman Martin" userId="d485685a-f90f-4b6e-a53c-e6a89775a6df" providerId="ADAL" clId="{98E5B961-2DF4-4473-B132-ACBF10A1101F}" dt="2026-06-09T10:58:59.786" v="326" actId="14100"/>
          <ac:graphicFrameMkLst>
            <pc:docMk/>
            <pc:sldMk cId="2882256656" sldId="267"/>
            <ac:graphicFrameMk id="4" creationId="{991017DC-5AB2-2CCB-B5C1-BD4CA49E44EC}"/>
          </ac:graphicFrameMkLst>
        </pc:graphicFrameChg>
        <pc:graphicFrameChg chg="add mod modGraphic">
          <ac:chgData name="Vesman Martin" userId="d485685a-f90f-4b6e-a53c-e6a89775a6df" providerId="ADAL" clId="{98E5B961-2DF4-4473-B132-ACBF10A1101F}" dt="2026-06-09T13:02:32.455" v="548" actId="20577"/>
          <ac:graphicFrameMkLst>
            <pc:docMk/>
            <pc:sldMk cId="2882256656" sldId="267"/>
            <ac:graphicFrameMk id="5" creationId="{C33B6D54-15B5-FEA7-247F-557D47BBA502}"/>
          </ac:graphicFrameMkLst>
        </pc:graphicFrameChg>
        <pc:graphicFrameChg chg="del">
          <ac:chgData name="Vesman Martin" userId="d485685a-f90f-4b6e-a53c-e6a89775a6df" providerId="ADAL" clId="{98E5B961-2DF4-4473-B132-ACBF10A1101F}" dt="2026-06-09T07:54:44.761" v="42" actId="478"/>
          <ac:graphicFrameMkLst>
            <pc:docMk/>
            <pc:sldMk cId="2882256656" sldId="267"/>
            <ac:graphicFrameMk id="8" creationId="{9F292349-58E6-9C7C-356A-9C76464BCD8C}"/>
          </ac:graphicFrameMkLst>
        </pc:graphicFrameChg>
      </pc:sldChg>
      <pc:sldChg chg="mod">
        <pc:chgData name="Vesman Martin" userId="d485685a-f90f-4b6e-a53c-e6a89775a6df" providerId="ADAL" clId="{98E5B961-2DF4-4473-B132-ACBF10A1101F}" dt="2026-06-09T11:15:17.616" v="340" actId="27918"/>
        <pc:sldMkLst>
          <pc:docMk/>
          <pc:sldMk cId="167058644" sldId="278"/>
        </pc:sldMkLst>
      </pc:sldChg>
      <pc:sldChg chg="modSp mod">
        <pc:chgData name="Vesman Martin" userId="d485685a-f90f-4b6e-a53c-e6a89775a6df" providerId="ADAL" clId="{98E5B961-2DF4-4473-B132-ACBF10A1101F}" dt="2026-06-09T09:06:12.722" v="213" actId="14100"/>
        <pc:sldMkLst>
          <pc:docMk/>
          <pc:sldMk cId="1529088806" sldId="2147469159"/>
        </pc:sldMkLst>
        <pc:spChg chg="mod">
          <ac:chgData name="Vesman Martin" userId="d485685a-f90f-4b6e-a53c-e6a89775a6df" providerId="ADAL" clId="{98E5B961-2DF4-4473-B132-ACBF10A1101F}" dt="2026-06-09T09:06:12.722" v="213" actId="14100"/>
          <ac:spMkLst>
            <pc:docMk/>
            <pc:sldMk cId="1529088806" sldId="2147469159"/>
            <ac:spMk id="7" creationId="{596969B8-0444-D976-2EBC-7E986A08CC55}"/>
          </ac:spMkLst>
        </pc:spChg>
        <pc:spChg chg="mod">
          <ac:chgData name="Vesman Martin" userId="d485685a-f90f-4b6e-a53c-e6a89775a6df" providerId="ADAL" clId="{98E5B961-2DF4-4473-B132-ACBF10A1101F}" dt="2026-06-09T09:06:07.195" v="212" actId="14100"/>
          <ac:spMkLst>
            <pc:docMk/>
            <pc:sldMk cId="1529088806" sldId="2147469159"/>
            <ac:spMk id="9" creationId="{C322A2D0-D2CD-040C-87EB-CAAC77D5E02B}"/>
          </ac:spMkLst>
        </pc:spChg>
        <pc:graphicFrameChg chg="mod modGraphic">
          <ac:chgData name="Vesman Martin" userId="d485685a-f90f-4b6e-a53c-e6a89775a6df" providerId="ADAL" clId="{98E5B961-2DF4-4473-B132-ACBF10A1101F}" dt="2026-06-09T09:04:53.059" v="207" actId="122"/>
          <ac:graphicFrameMkLst>
            <pc:docMk/>
            <pc:sldMk cId="1529088806" sldId="2147469159"/>
            <ac:graphicFrameMk id="18" creationId="{46270F1B-4E31-0505-57C9-EB8D3EE19594}"/>
          </ac:graphicFrameMkLst>
        </pc:graphicFrameChg>
      </pc:sldChg>
      <pc:sldChg chg="addSp delSp modSp mod">
        <pc:chgData name="Vesman Martin" userId="d485685a-f90f-4b6e-a53c-e6a89775a6df" providerId="ADAL" clId="{98E5B961-2DF4-4473-B132-ACBF10A1101F}" dt="2026-06-09T14:22:41.064" v="635" actId="14100"/>
        <pc:sldMkLst>
          <pc:docMk/>
          <pc:sldMk cId="563690275" sldId="2147469163"/>
        </pc:sldMkLst>
        <pc:spChg chg="mod">
          <ac:chgData name="Vesman Martin" userId="d485685a-f90f-4b6e-a53c-e6a89775a6df" providerId="ADAL" clId="{98E5B961-2DF4-4473-B132-ACBF10A1101F}" dt="2026-06-09T14:08:55.965" v="616" actId="14100"/>
          <ac:spMkLst>
            <pc:docMk/>
            <pc:sldMk cId="563690275" sldId="2147469163"/>
            <ac:spMk id="6" creationId="{4FBA1B17-3D27-D0EE-327A-A8C63D25824C}"/>
          </ac:spMkLst>
        </pc:spChg>
        <pc:spChg chg="mod">
          <ac:chgData name="Vesman Martin" userId="d485685a-f90f-4b6e-a53c-e6a89775a6df" providerId="ADAL" clId="{98E5B961-2DF4-4473-B132-ACBF10A1101F}" dt="2026-06-09T14:22:41.064" v="635" actId="14100"/>
          <ac:spMkLst>
            <pc:docMk/>
            <pc:sldMk cId="563690275" sldId="2147469163"/>
            <ac:spMk id="7" creationId="{41DD65D8-C67C-05E0-1A94-CAFEC2AA32C0}"/>
          </ac:spMkLst>
        </pc:spChg>
        <pc:spChg chg="add mod">
          <ac:chgData name="Vesman Martin" userId="d485685a-f90f-4b6e-a53c-e6a89775a6df" providerId="ADAL" clId="{98E5B961-2DF4-4473-B132-ACBF10A1101F}" dt="2026-06-09T13:52:00.674" v="591" actId="1076"/>
          <ac:spMkLst>
            <pc:docMk/>
            <pc:sldMk cId="563690275" sldId="2147469163"/>
            <ac:spMk id="9" creationId="{A64471E9-D894-E751-7458-1BD0420574E0}"/>
          </ac:spMkLst>
        </pc:spChg>
        <pc:graphicFrameChg chg="del mod">
          <ac:chgData name="Vesman Martin" userId="d485685a-f90f-4b6e-a53c-e6a89775a6df" providerId="ADAL" clId="{98E5B961-2DF4-4473-B132-ACBF10A1101F}" dt="2026-06-09T14:21:34.154" v="631" actId="478"/>
          <ac:graphicFrameMkLst>
            <pc:docMk/>
            <pc:sldMk cId="563690275" sldId="2147469163"/>
            <ac:graphicFrameMk id="3" creationId="{0E380090-2038-589F-7077-125091BB8583}"/>
          </ac:graphicFrameMkLst>
        </pc:graphicFrameChg>
        <pc:graphicFrameChg chg="add mod modGraphic">
          <ac:chgData name="Vesman Martin" userId="d485685a-f90f-4b6e-a53c-e6a89775a6df" providerId="ADAL" clId="{98E5B961-2DF4-4473-B132-ACBF10A1101F}" dt="2026-06-09T14:22:28.387" v="633" actId="14734"/>
          <ac:graphicFrameMkLst>
            <pc:docMk/>
            <pc:sldMk cId="563690275" sldId="2147469163"/>
            <ac:graphicFrameMk id="4" creationId="{C9D05C95-A6C3-9858-A3CF-BBD395E21F3B}"/>
          </ac:graphicFrameMkLst>
        </pc:graphicFrameChg>
        <pc:graphicFrameChg chg="add del mod modGraphic">
          <ac:chgData name="Vesman Martin" userId="d485685a-f90f-4b6e-a53c-e6a89775a6df" providerId="ADAL" clId="{98E5B961-2DF4-4473-B132-ACBF10A1101F}" dt="2026-06-09T14:16:14.108" v="622" actId="478"/>
          <ac:graphicFrameMkLst>
            <pc:docMk/>
            <pc:sldMk cId="563690275" sldId="2147469163"/>
            <ac:graphicFrameMk id="5" creationId="{95C9A6A2-F50F-1454-7473-BCE6CD8D1B8F}"/>
          </ac:graphicFrameMkLst>
        </pc:graphicFrameChg>
        <pc:graphicFrameChg chg="add mod modGraphic">
          <ac:chgData name="Vesman Martin" userId="d485685a-f90f-4b6e-a53c-e6a89775a6df" providerId="ADAL" clId="{98E5B961-2DF4-4473-B132-ACBF10A1101F}" dt="2026-06-09T14:17:04.521" v="628" actId="14100"/>
          <ac:graphicFrameMkLst>
            <pc:docMk/>
            <pc:sldMk cId="563690275" sldId="2147469163"/>
            <ac:graphicFrameMk id="10" creationId="{CA9C4954-046E-B517-3DB9-443BC99737C1}"/>
          </ac:graphicFrameMkLst>
        </pc:graphicFrameChg>
        <pc:graphicFrameChg chg="add del">
          <ac:chgData name="Vesman Martin" userId="d485685a-f90f-4b6e-a53c-e6a89775a6df" providerId="ADAL" clId="{98E5B961-2DF4-4473-B132-ACBF10A1101F}" dt="2026-06-09T07:43:12.780" v="6" actId="478"/>
          <ac:graphicFrameMkLst>
            <pc:docMk/>
            <pc:sldMk cId="563690275" sldId="2147469163"/>
            <ac:graphicFrameMk id="11" creationId="{153B7489-A66A-80CE-AA3E-6294A3BC26E6}"/>
          </ac:graphicFrameMkLst>
        </pc:graphicFrameChg>
        <pc:graphicFrameChg chg="add mod">
          <ac:chgData name="Vesman Martin" userId="d485685a-f90f-4b6e-a53c-e6a89775a6df" providerId="ADAL" clId="{98E5B961-2DF4-4473-B132-ACBF10A1101F}" dt="2026-06-09T14:21:41.661" v="632"/>
          <ac:graphicFrameMkLst>
            <pc:docMk/>
            <pc:sldMk cId="563690275" sldId="2147469163"/>
            <ac:graphicFrameMk id="11" creationId="{AE538C4B-5F8F-9ED6-6086-AD668EBEC501}"/>
          </ac:graphicFrameMkLst>
        </pc:graphicFrameChg>
      </pc:sldChg>
      <pc:sldChg chg="add ord">
        <pc:chgData name="Vesman Martin" userId="d485685a-f90f-4b6e-a53c-e6a89775a6df" providerId="ADAL" clId="{98E5B961-2DF4-4473-B132-ACBF10A1101F}" dt="2026-06-09T13:50:33.768" v="574"/>
        <pc:sldMkLst>
          <pc:docMk/>
          <pc:sldMk cId="3379214696" sldId="214746916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Open Vulnerabilities Trend –  Servers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1812162386453168E-2"/>
                  <c:y val="-2.3842731635425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AD-4086-A5B0-B4E7742D5F8F}"/>
                </c:ext>
              </c:extLst>
            </c:dLbl>
            <c:dLbl>
              <c:idx val="1"/>
              <c:layout>
                <c:manualLayout>
                  <c:x val="4.2768725750156555E-2"/>
                  <c:y val="-1.7125306067422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AD-4086-A5B0-B4E7742D5F8F}"/>
                </c:ext>
              </c:extLst>
            </c:dLbl>
            <c:dLbl>
              <c:idx val="2"/>
              <c:layout>
                <c:manualLayout>
                  <c:x val="4.6841937726361943E-2"/>
                  <c:y val="-2.29953774908012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2AD-4086-A5B0-B4E7742D5F8F}"/>
                </c:ext>
              </c:extLst>
            </c:dLbl>
            <c:dLbl>
              <c:idx val="3"/>
              <c:layout>
                <c:manualLayout>
                  <c:x val="4.4099896325529818E-2"/>
                  <c:y val="-2.33405304909854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AD-4086-A5B0-B4E7742D5F8F}"/>
                </c:ext>
              </c:extLst>
            </c:dLbl>
            <c:dLbl>
              <c:idx val="4"/>
              <c:layout>
                <c:manualLayout>
                  <c:x val="3.8748433457106518E-2"/>
                  <c:y val="-2.03753203605684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2AD-4086-A5B0-B4E7742D5F8F}"/>
                </c:ext>
              </c:extLst>
            </c:dLbl>
            <c:dLbl>
              <c:idx val="5"/>
              <c:layout>
                <c:manualLayout>
                  <c:x val="4.5317530126133265E-2"/>
                  <c:y val="-3.09677765441360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AD-4086-A5B0-B4E7742D5F8F}"/>
                </c:ext>
              </c:extLst>
            </c:dLbl>
            <c:dLbl>
              <c:idx val="6"/>
              <c:layout>
                <c:manualLayout>
                  <c:x val="4.3280924138030571E-2"/>
                  <c:y val="-3.54498247060377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2AD-4086-A5B0-B4E7742D5F8F}"/>
                </c:ext>
              </c:extLst>
            </c:dLbl>
            <c:dLbl>
              <c:idx val="7"/>
              <c:layout>
                <c:manualLayout>
                  <c:x val="4.7354136114235806E-2"/>
                  <c:y val="-2.97459772735454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2AD-4086-A5B0-B4E7742D5F8F}"/>
                </c:ext>
              </c:extLst>
            </c:dLbl>
            <c:dLbl>
              <c:idx val="8"/>
              <c:layout>
                <c:manualLayout>
                  <c:x val="3.0549089821540396E-2"/>
                  <c:y val="-2.24102408095073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9EE-43F9-9AC3-CA5127C77421}"/>
                </c:ext>
              </c:extLst>
            </c:dLbl>
            <c:dLbl>
              <c:idx val="9"/>
              <c:layout>
                <c:manualLayout>
                  <c:x val="3.462230179774578E-2"/>
                  <c:y val="-1.79281926476059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9EE-43F9-9AC3-CA5127C77421}"/>
                </c:ext>
              </c:extLst>
            </c:dLbl>
            <c:dLbl>
              <c:idx val="10"/>
              <c:layout>
                <c:manualLayout>
                  <c:x val="3.4622301797745635E-2"/>
                  <c:y val="-1.34461444857044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EE-43F9-9AC3-CA5127C77421}"/>
                </c:ext>
              </c:extLst>
            </c:dLbl>
            <c:dLbl>
              <c:idx val="11"/>
              <c:layout>
                <c:manualLayout>
                  <c:x val="3.462230179774578E-2"/>
                  <c:y val="-1.34461444857044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9EE-43F9-9AC3-CA5127C774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Sheet1!$A$3:$A$14</c:f>
              <c:strCache>
                <c:ptCount val="12"/>
                <c:pt idx="0">
                  <c:v>Week 2-Mar</c:v>
                </c:pt>
                <c:pt idx="1">
                  <c:v>Week 3-Mar</c:v>
                </c:pt>
                <c:pt idx="2">
                  <c:v>Week 4-Mar</c:v>
                </c:pt>
                <c:pt idx="3">
                  <c:v>Week 1-Apr</c:v>
                </c:pt>
                <c:pt idx="4">
                  <c:v>Week 2 -Apr</c:v>
                </c:pt>
                <c:pt idx="5">
                  <c:v>Week 3-Apr</c:v>
                </c:pt>
                <c:pt idx="6">
                  <c:v>Week 4-Apr</c:v>
                </c:pt>
                <c:pt idx="7">
                  <c:v>Week 1-May</c:v>
                </c:pt>
                <c:pt idx="8">
                  <c:v>Week 2-May</c:v>
                </c:pt>
                <c:pt idx="9">
                  <c:v>Week 3-May</c:v>
                </c:pt>
                <c:pt idx="10">
                  <c:v>Week 4-May</c:v>
                </c:pt>
                <c:pt idx="11">
                  <c:v>Week 1-June</c:v>
                </c:pt>
              </c:strCache>
            </c:strRef>
          </c:cat>
          <c:val>
            <c:numRef>
              <c:f>Sheet1!$B$3:$B$14</c:f>
              <c:numCache>
                <c:formatCode>General</c:formatCode>
                <c:ptCount val="12"/>
                <c:pt idx="0">
                  <c:v>1818</c:v>
                </c:pt>
                <c:pt idx="1">
                  <c:v>1617</c:v>
                </c:pt>
                <c:pt idx="2">
                  <c:v>1334</c:v>
                </c:pt>
                <c:pt idx="3">
                  <c:v>1216</c:v>
                </c:pt>
                <c:pt idx="4">
                  <c:v>872</c:v>
                </c:pt>
                <c:pt idx="5">
                  <c:v>612</c:v>
                </c:pt>
                <c:pt idx="6">
                  <c:v>489</c:v>
                </c:pt>
                <c:pt idx="7">
                  <c:v>313</c:v>
                </c:pt>
                <c:pt idx="8">
                  <c:v>306</c:v>
                </c:pt>
                <c:pt idx="9">
                  <c:v>300</c:v>
                </c:pt>
                <c:pt idx="10">
                  <c:v>290</c:v>
                </c:pt>
                <c:pt idx="11">
                  <c:v>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2AD-4086-A5B0-B4E7742D5F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3339664535025057E-3"/>
                  <c:y val="-8.0147491147072587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2AD-4086-A5B0-B4E7742D5F8F}"/>
                </c:ext>
              </c:extLst>
            </c:dLbl>
            <c:dLbl>
              <c:idx val="1"/>
              <c:layout>
                <c:manualLayout>
                  <c:x val="-3.5706497867201733E-3"/>
                  <c:y val="-1.3208631069571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2AD-4086-A5B0-B4E7742D5F8F}"/>
                </c:ext>
              </c:extLst>
            </c:dLbl>
            <c:dLbl>
              <c:idx val="2"/>
              <c:layout>
                <c:manualLayout>
                  <c:x val="-1.8749951799829506E-16"/>
                  <c:y val="-1.84921320034529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2AD-4086-A5B0-B4E7742D5F8F}"/>
                </c:ext>
              </c:extLst>
            </c:dLbl>
            <c:dLbl>
              <c:idx val="4"/>
              <c:layout>
                <c:manualLayout>
                  <c:x val="-1.9837811055315314E-3"/>
                  <c:y val="-3.58592592098231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2AD-4086-A5B0-B4E7742D5F8F}"/>
                </c:ext>
              </c:extLst>
            </c:dLbl>
            <c:dLbl>
              <c:idx val="6"/>
              <c:layout>
                <c:manualLayout>
                  <c:x val="-1.1221602967254372E-16"/>
                  <c:y val="-6.51986531087693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2AD-4086-A5B0-B4E7742D5F8F}"/>
                </c:ext>
              </c:extLst>
            </c:dLbl>
            <c:dLbl>
              <c:idx val="7"/>
              <c:layout>
                <c:manualLayout>
                  <c:x val="-1.1221602967254372E-16"/>
                  <c:y val="-1.30397306217538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2AD-4086-A5B0-B4E7742D5F8F}"/>
                </c:ext>
              </c:extLst>
            </c:dLbl>
            <c:dLbl>
              <c:idx val="11"/>
              <c:layout>
                <c:manualLayout>
                  <c:x val="3.462230179774578E-2"/>
                  <c:y val="-8.216993373410712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9EE-43F9-9AC3-CA5127C774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Sheet1!$A$3:$A$14</c:f>
              <c:strCache>
                <c:ptCount val="12"/>
                <c:pt idx="0">
                  <c:v>Week 2-Mar</c:v>
                </c:pt>
                <c:pt idx="1">
                  <c:v>Week 3-Mar</c:v>
                </c:pt>
                <c:pt idx="2">
                  <c:v>Week 4-Mar</c:v>
                </c:pt>
                <c:pt idx="3">
                  <c:v>Week 1-Apr</c:v>
                </c:pt>
                <c:pt idx="4">
                  <c:v>Week 2 -Apr</c:v>
                </c:pt>
                <c:pt idx="5">
                  <c:v>Week 3-Apr</c:v>
                </c:pt>
                <c:pt idx="6">
                  <c:v>Week 4-Apr</c:v>
                </c:pt>
                <c:pt idx="7">
                  <c:v>Week 1-May</c:v>
                </c:pt>
                <c:pt idx="8">
                  <c:v>Week 2-May</c:v>
                </c:pt>
                <c:pt idx="9">
                  <c:v>Week 3-May</c:v>
                </c:pt>
                <c:pt idx="10">
                  <c:v>Week 4-May</c:v>
                </c:pt>
                <c:pt idx="11">
                  <c:v>Week 1-June</c:v>
                </c:pt>
              </c:strCache>
            </c:strRef>
          </c:cat>
          <c:val>
            <c:numRef>
              <c:f>Sheet1!$C$3:$C$14</c:f>
              <c:numCache>
                <c:formatCode>General</c:formatCode>
                <c:ptCount val="12"/>
                <c:pt idx="0">
                  <c:v>32329</c:v>
                </c:pt>
                <c:pt idx="1">
                  <c:v>22068</c:v>
                </c:pt>
                <c:pt idx="2">
                  <c:v>16258</c:v>
                </c:pt>
                <c:pt idx="3">
                  <c:v>14362</c:v>
                </c:pt>
                <c:pt idx="4">
                  <c:v>9539</c:v>
                </c:pt>
                <c:pt idx="5">
                  <c:v>5954</c:v>
                </c:pt>
                <c:pt idx="6">
                  <c:v>4415</c:v>
                </c:pt>
                <c:pt idx="7">
                  <c:v>3868</c:v>
                </c:pt>
                <c:pt idx="8">
                  <c:v>3571</c:v>
                </c:pt>
                <c:pt idx="9">
                  <c:v>3395</c:v>
                </c:pt>
                <c:pt idx="10">
                  <c:v>3103</c:v>
                </c:pt>
                <c:pt idx="11">
                  <c:v>2862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A2AD-4086-A5B0-B4E7742D5F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Sheet1!$A$3:$A$14</c:f>
              <c:strCache>
                <c:ptCount val="12"/>
                <c:pt idx="0">
                  <c:v>Week 2-Mar</c:v>
                </c:pt>
                <c:pt idx="1">
                  <c:v>Week 3-Mar</c:v>
                </c:pt>
                <c:pt idx="2">
                  <c:v>Week 4-Mar</c:v>
                </c:pt>
                <c:pt idx="3">
                  <c:v>Week 1-Apr</c:v>
                </c:pt>
                <c:pt idx="4">
                  <c:v>Week 2 -Apr</c:v>
                </c:pt>
                <c:pt idx="5">
                  <c:v>Week 3-Apr</c:v>
                </c:pt>
                <c:pt idx="6">
                  <c:v>Week 4-Apr</c:v>
                </c:pt>
                <c:pt idx="7">
                  <c:v>Week 1-May</c:v>
                </c:pt>
                <c:pt idx="8">
                  <c:v>Week 2-May</c:v>
                </c:pt>
                <c:pt idx="9">
                  <c:v>Week 3-May</c:v>
                </c:pt>
                <c:pt idx="10">
                  <c:v>Week 4-May</c:v>
                </c:pt>
                <c:pt idx="11">
                  <c:v>Week 1-June</c:v>
                </c:pt>
              </c:strCache>
            </c:strRef>
          </c:cat>
          <c:val>
            <c:numRef>
              <c:f>Sheet1!$D$3:$D$14</c:f>
              <c:numCache>
                <c:formatCode>General</c:formatCode>
                <c:ptCount val="12"/>
                <c:pt idx="0">
                  <c:v>14717</c:v>
                </c:pt>
                <c:pt idx="1">
                  <c:v>12366</c:v>
                </c:pt>
                <c:pt idx="2">
                  <c:v>10681</c:v>
                </c:pt>
                <c:pt idx="3">
                  <c:v>10450</c:v>
                </c:pt>
                <c:pt idx="4">
                  <c:v>7775</c:v>
                </c:pt>
                <c:pt idx="5">
                  <c:v>4523</c:v>
                </c:pt>
                <c:pt idx="6">
                  <c:v>3475</c:v>
                </c:pt>
                <c:pt idx="7">
                  <c:v>3141</c:v>
                </c:pt>
                <c:pt idx="8">
                  <c:v>2917</c:v>
                </c:pt>
                <c:pt idx="9">
                  <c:v>2794</c:v>
                </c:pt>
                <c:pt idx="10">
                  <c:v>2625</c:v>
                </c:pt>
                <c:pt idx="11">
                  <c:v>2294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2AD-4086-A5B0-B4E7742D5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12137232"/>
        <c:axId val="312145392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Server Count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Sheet1!$A$3:$A$14</c:f>
              <c:strCache>
                <c:ptCount val="12"/>
                <c:pt idx="0">
                  <c:v>Week 2-Mar</c:v>
                </c:pt>
                <c:pt idx="1">
                  <c:v>Week 3-Mar</c:v>
                </c:pt>
                <c:pt idx="2">
                  <c:v>Week 4-Mar</c:v>
                </c:pt>
                <c:pt idx="3">
                  <c:v>Week 1-Apr</c:v>
                </c:pt>
                <c:pt idx="4">
                  <c:v>Week 2 -Apr</c:v>
                </c:pt>
                <c:pt idx="5">
                  <c:v>Week 3-Apr</c:v>
                </c:pt>
                <c:pt idx="6">
                  <c:v>Week 4-Apr</c:v>
                </c:pt>
                <c:pt idx="7">
                  <c:v>Week 1-May</c:v>
                </c:pt>
                <c:pt idx="8">
                  <c:v>Week 2-May</c:v>
                </c:pt>
                <c:pt idx="9">
                  <c:v>Week 3-May</c:v>
                </c:pt>
                <c:pt idx="10">
                  <c:v>Week 4-May</c:v>
                </c:pt>
                <c:pt idx="11">
                  <c:v>Week 1-June</c:v>
                </c:pt>
              </c:strCache>
            </c:strRef>
          </c:cat>
          <c:val>
            <c:numRef>
              <c:f>Sheet1!$E$3:$E$14</c:f>
              <c:numCache>
                <c:formatCode>General</c:formatCode>
                <c:ptCount val="12"/>
                <c:pt idx="0">
                  <c:v>591</c:v>
                </c:pt>
                <c:pt idx="1">
                  <c:v>591</c:v>
                </c:pt>
                <c:pt idx="2">
                  <c:v>591</c:v>
                </c:pt>
                <c:pt idx="3">
                  <c:v>591</c:v>
                </c:pt>
                <c:pt idx="4">
                  <c:v>591</c:v>
                </c:pt>
                <c:pt idx="5">
                  <c:v>591</c:v>
                </c:pt>
                <c:pt idx="6">
                  <c:v>591</c:v>
                </c:pt>
                <c:pt idx="7">
                  <c:v>591</c:v>
                </c:pt>
                <c:pt idx="8">
                  <c:v>591</c:v>
                </c:pt>
                <c:pt idx="9">
                  <c:v>591</c:v>
                </c:pt>
                <c:pt idx="10">
                  <c:v>591</c:v>
                </c:pt>
                <c:pt idx="11">
                  <c:v>591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A2AD-4086-A5B0-B4E7742D5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7654095"/>
        <c:axId val="1437651695"/>
      </c:lineChart>
      <c:catAx>
        <c:axId val="312137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145392"/>
        <c:crosses val="autoZero"/>
        <c:auto val="1"/>
        <c:lblAlgn val="ctr"/>
        <c:lblOffset val="100"/>
        <c:noMultiLvlLbl val="0"/>
      </c:catAx>
      <c:valAx>
        <c:axId val="312145392"/>
        <c:scaling>
          <c:orientation val="minMax"/>
          <c:max val="5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137232"/>
        <c:crosses val="autoZero"/>
        <c:crossBetween val="between"/>
      </c:valAx>
      <c:valAx>
        <c:axId val="1437651695"/>
        <c:scaling>
          <c:orientation val="minMax"/>
          <c:max val="600"/>
          <c:min val="10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7654095"/>
        <c:crosses val="max"/>
        <c:crossBetween val="between"/>
        <c:majorUnit val="50"/>
      </c:valAx>
      <c:catAx>
        <c:axId val="143765409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one"/>
        <c:crossAx val="1437651695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sz="900"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/>
              <a:t>Open Vulnerabilities Trend – Windows Servers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5659688743630275E-2"/>
          <c:y val="0.20373686403275487"/>
          <c:w val="0.84724393655518149"/>
          <c:h val="0.624591960932138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6420941754962451E-2"/>
                  <c:y val="-2.7472769887378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72B-4660-8B41-A1F6B417D411}"/>
                </c:ext>
              </c:extLst>
            </c:dLbl>
            <c:dLbl>
              <c:idx val="1"/>
              <c:layout>
                <c:manualLayout>
                  <c:x val="7.0758374389801801E-2"/>
                  <c:y val="-3.80364837508554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2B-4660-8B41-A1F6B417D411}"/>
                </c:ext>
              </c:extLst>
            </c:dLbl>
            <c:dLbl>
              <c:idx val="2"/>
              <c:layout>
                <c:manualLayout>
                  <c:x val="8.0585926388385479E-2"/>
                  <c:y val="-3.08757858145195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72B-4660-8B41-A1F6B417D411}"/>
                </c:ext>
              </c:extLst>
            </c:dLbl>
            <c:dLbl>
              <c:idx val="3"/>
              <c:layout>
                <c:manualLayout>
                  <c:x val="7.2036729972609695E-2"/>
                  <c:y val="-2.56553199741302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2B-4660-8B41-A1F6B417D411}"/>
                </c:ext>
              </c:extLst>
            </c:dLbl>
            <c:dLbl>
              <c:idx val="4"/>
              <c:layout>
                <c:manualLayout>
                  <c:x val="6.6827353590368441E-2"/>
                  <c:y val="-2.60612878038304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72B-4660-8B41-A1F6B417D411}"/>
                </c:ext>
              </c:extLst>
            </c:dLbl>
            <c:dLbl>
              <c:idx val="5"/>
              <c:layout>
                <c:manualLayout>
                  <c:x val="5.8965311991501568E-2"/>
                  <c:y val="-4.34354796730505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C64-4E48-99DF-FC5BCB24C46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Sheet1!$A$3:$A$8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Sheet1!$B$3:$B$8</c:f>
              <c:numCache>
                <c:formatCode>General</c:formatCode>
                <c:ptCount val="6"/>
                <c:pt idx="0">
                  <c:v>1954</c:v>
                </c:pt>
                <c:pt idx="1">
                  <c:v>7119</c:v>
                </c:pt>
                <c:pt idx="2">
                  <c:v>5987</c:v>
                </c:pt>
                <c:pt idx="3">
                  <c:v>7667</c:v>
                </c:pt>
                <c:pt idx="4">
                  <c:v>4008</c:v>
                </c:pt>
                <c:pt idx="5">
                  <c:v>2778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72B-4660-8B41-A1F6B417D4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9111248817211552E-4"/>
                  <c:y val="-3.213541472503802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72B-4660-8B41-A1F6B417D411}"/>
                </c:ext>
              </c:extLst>
            </c:dLbl>
            <c:dLbl>
              <c:idx val="1"/>
              <c:layout>
                <c:manualLayout>
                  <c:x val="2.8724309463573015E-4"/>
                  <c:y val="-7.80412445530369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2B-4660-8B41-A1F6B417D411}"/>
                </c:ext>
              </c:extLst>
            </c:dLbl>
            <c:dLbl>
              <c:idx val="2"/>
              <c:layout>
                <c:manualLayout>
                  <c:x val="-3.9310207994334373E-3"/>
                  <c:y val="-1.3128117222441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72B-4660-8B41-A1F6B417D411}"/>
                </c:ext>
              </c:extLst>
            </c:dLbl>
            <c:dLbl>
              <c:idx val="3"/>
              <c:layout>
                <c:manualLayout>
                  <c:x val="0"/>
                  <c:y val="-8.13320814502015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2B-4660-8B41-A1F6B417D4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Sheet1!$A$3:$A$8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Sheet1!$C$3:$C$8</c:f>
              <c:numCache>
                <c:formatCode>General</c:formatCode>
                <c:ptCount val="6"/>
                <c:pt idx="0">
                  <c:v>21730</c:v>
                </c:pt>
                <c:pt idx="1">
                  <c:v>135105</c:v>
                </c:pt>
                <c:pt idx="2">
                  <c:v>119348</c:v>
                </c:pt>
                <c:pt idx="3">
                  <c:v>101042</c:v>
                </c:pt>
                <c:pt idx="4">
                  <c:v>92336</c:v>
                </c:pt>
                <c:pt idx="5">
                  <c:v>84367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72B-4660-8B41-A1F6B417D4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16291427861895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950-4A67-99AB-5721758ACF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Sheet1!$A$3:$A$8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Sheet1!$D$3:$D$8</c:f>
              <c:numCache>
                <c:formatCode>General</c:formatCode>
                <c:ptCount val="6"/>
                <c:pt idx="0">
                  <c:v>63773</c:v>
                </c:pt>
                <c:pt idx="1">
                  <c:v>64983</c:v>
                </c:pt>
                <c:pt idx="2">
                  <c:v>43130</c:v>
                </c:pt>
                <c:pt idx="3">
                  <c:v>42950</c:v>
                </c:pt>
                <c:pt idx="4">
                  <c:v>39031</c:v>
                </c:pt>
                <c:pt idx="5">
                  <c:v>30705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72B-4660-8B41-A1F6B417D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12137232"/>
        <c:axId val="312145392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Server Count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Sheet1!$A$3:$A$8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Sheet1!$E$3:$E$8</c:f>
              <c:numCache>
                <c:formatCode>General</c:formatCode>
                <c:ptCount val="6"/>
                <c:pt idx="0">
                  <c:v>921</c:v>
                </c:pt>
                <c:pt idx="1">
                  <c:v>1062</c:v>
                </c:pt>
                <c:pt idx="2">
                  <c:v>1100</c:v>
                </c:pt>
                <c:pt idx="3">
                  <c:v>999</c:v>
                </c:pt>
                <c:pt idx="4">
                  <c:v>965</c:v>
                </c:pt>
                <c:pt idx="5">
                  <c:v>953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E72B-4660-8B41-A1F6B417D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7654095"/>
        <c:axId val="1437651695"/>
      </c:lineChart>
      <c:catAx>
        <c:axId val="312137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145392"/>
        <c:crosses val="autoZero"/>
        <c:auto val="1"/>
        <c:lblAlgn val="ctr"/>
        <c:lblOffset val="100"/>
        <c:noMultiLvlLbl val="0"/>
      </c:catAx>
      <c:valAx>
        <c:axId val="312145392"/>
        <c:scaling>
          <c:orientation val="minMax"/>
          <c:max val="27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137232"/>
        <c:crosses val="autoZero"/>
        <c:crossBetween val="between"/>
        <c:majorUnit val="100000"/>
        <c:minorUnit val="20000"/>
      </c:valAx>
      <c:valAx>
        <c:axId val="1437651695"/>
        <c:scaling>
          <c:orientation val="minMax"/>
          <c:max val="1300"/>
          <c:min val="10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7654095"/>
        <c:crosses val="max"/>
        <c:crossBetween val="between"/>
      </c:valAx>
      <c:catAx>
        <c:axId val="143765409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one"/>
        <c:crossAx val="1437651695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sz="9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/>
              <a:t>Open Vulnerabilities Trend – Linux Servers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7921870815838817E-2"/>
          <c:y val="0.13532347744548101"/>
          <c:w val="0.86344666252355762"/>
          <c:h val="0.704827180676730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245026374425898E-2"/>
                  <c:y val="-1.06746941575218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8A6-405B-B5E6-FC8C8DC99FB1}"/>
                </c:ext>
              </c:extLst>
            </c:dLbl>
            <c:dLbl>
              <c:idx val="1"/>
              <c:layout>
                <c:manualLayout>
                  <c:x val="7.218862261834387E-2"/>
                  <c:y val="-3.2902194188293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8A6-405B-B5E6-FC8C8DC99FB1}"/>
                </c:ext>
              </c:extLst>
            </c:dLbl>
            <c:dLbl>
              <c:idx val="2"/>
              <c:layout>
                <c:manualLayout>
                  <c:x val="7.0183383101167646E-2"/>
                  <c:y val="-3.52193013375048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8A6-405B-B5E6-FC8C8DC99FB1}"/>
                </c:ext>
              </c:extLst>
            </c:dLbl>
            <c:dLbl>
              <c:idx val="3"/>
              <c:layout>
                <c:manualLayout>
                  <c:x val="7.1111319529706521E-2"/>
                  <c:y val="-3.78953181175792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8A6-405B-B5E6-FC8C8DC99FB1}"/>
                </c:ext>
              </c:extLst>
            </c:dLbl>
            <c:dLbl>
              <c:idx val="4"/>
              <c:layout>
                <c:manualLayout>
                  <c:x val="6.2162425032462776E-2"/>
                  <c:y val="-3.90800276161799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8A6-405B-B5E6-FC8C8DC99FB1}"/>
                </c:ext>
              </c:extLst>
            </c:dLbl>
            <c:dLbl>
              <c:idx val="5"/>
              <c:layout>
                <c:manualLayout>
                  <c:x val="6.216242503246263E-2"/>
                  <c:y val="-3.55272978328907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8C8-4857-B1C8-A33717DC2D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1414</c:v>
                </c:pt>
                <c:pt idx="2">
                  <c:v>819</c:v>
                </c:pt>
                <c:pt idx="3">
                  <c:v>566</c:v>
                </c:pt>
                <c:pt idx="4">
                  <c:v>569</c:v>
                </c:pt>
                <c:pt idx="5">
                  <c:v>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8A6-405B-B5E6-FC8C8DC99F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7580727469317889E-3"/>
                  <c:y val="-2.65998753467408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8A6-405B-B5E6-FC8C8DC99FB1}"/>
                </c:ext>
              </c:extLst>
            </c:dLbl>
            <c:dLbl>
              <c:idx val="1"/>
              <c:layout>
                <c:manualLayout>
                  <c:x val="-1.4796141350754601E-3"/>
                  <c:y val="-4.163044001257735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8A6-405B-B5E6-FC8C8DC99FB1}"/>
                </c:ext>
              </c:extLst>
            </c:dLbl>
            <c:dLbl>
              <c:idx val="2"/>
              <c:layout>
                <c:manualLayout>
                  <c:x val="-1.8749951799829506E-16"/>
                  <c:y val="-1.84921320034529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8A6-405B-B5E6-FC8C8DC99FB1}"/>
                </c:ext>
              </c:extLst>
            </c:dLbl>
            <c:dLbl>
              <c:idx val="3"/>
              <c:layout>
                <c:manualLayout>
                  <c:x val="-2.0052395171762188E-3"/>
                  <c:y val="-3.55272978328909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8A6-405B-B5E6-FC8C8DC99FB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8519</c:v>
                </c:pt>
                <c:pt idx="1">
                  <c:v>12907</c:v>
                </c:pt>
                <c:pt idx="2">
                  <c:v>17468</c:v>
                </c:pt>
                <c:pt idx="3">
                  <c:v>9641</c:v>
                </c:pt>
                <c:pt idx="4">
                  <c:v>9026</c:v>
                </c:pt>
                <c:pt idx="5">
                  <c:v>8035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8A6-405B-B5E6-FC8C8DC99F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11660</c:v>
                </c:pt>
                <c:pt idx="1">
                  <c:v>12991</c:v>
                </c:pt>
                <c:pt idx="2">
                  <c:v>14889</c:v>
                </c:pt>
                <c:pt idx="3">
                  <c:v>9968</c:v>
                </c:pt>
                <c:pt idx="4">
                  <c:v>8341</c:v>
                </c:pt>
                <c:pt idx="5">
                  <c:v>6117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48A6-405B-B5E6-FC8C8DC99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12137232"/>
        <c:axId val="312145392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Server Count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270</c:v>
                </c:pt>
                <c:pt idx="1">
                  <c:v>348</c:v>
                </c:pt>
                <c:pt idx="2">
                  <c:v>313</c:v>
                </c:pt>
                <c:pt idx="3">
                  <c:v>270</c:v>
                </c:pt>
                <c:pt idx="4">
                  <c:v>287</c:v>
                </c:pt>
                <c:pt idx="5">
                  <c:v>256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48A6-405B-B5E6-FC8C8DC99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7654095"/>
        <c:axId val="1437651695"/>
      </c:lineChart>
      <c:catAx>
        <c:axId val="312137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145392"/>
        <c:crosses val="autoZero"/>
        <c:auto val="1"/>
        <c:lblAlgn val="ctr"/>
        <c:lblOffset val="100"/>
        <c:noMultiLvlLbl val="0"/>
      </c:catAx>
      <c:valAx>
        <c:axId val="312145392"/>
        <c:scaling>
          <c:orientation val="minMax"/>
          <c:max val="55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137232"/>
        <c:crosses val="autoZero"/>
        <c:crossBetween val="between"/>
        <c:majorUnit val="5000"/>
      </c:valAx>
      <c:valAx>
        <c:axId val="1437651695"/>
        <c:scaling>
          <c:orientation val="minMax"/>
          <c:max val="400"/>
          <c:min val="10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7654095"/>
        <c:crosses val="max"/>
        <c:crossBetween val="between"/>
        <c:minorUnit val="50"/>
      </c:valAx>
      <c:catAx>
        <c:axId val="143765409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one"/>
        <c:crossAx val="1437651695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sz="9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/>
              <a:t>Open Vulnerabilities Trend – Servers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966278083854927E-2"/>
          <c:y val="9.7981882286867272E-2"/>
          <c:w val="0.90064336766983089"/>
          <c:h val="0.78051586599964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4455448703978471E-2"/>
                  <c:y val="-3.46329134988403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715-450C-B3A2-5E0E18F897FE}"/>
                </c:ext>
              </c:extLst>
            </c:dLbl>
            <c:dLbl>
              <c:idx val="1"/>
              <c:layout>
                <c:manualLayout>
                  <c:x val="5.752892577540486E-2"/>
                  <c:y val="-2.67077140687891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715-450C-B3A2-5E0E18F897FE}"/>
                </c:ext>
              </c:extLst>
            </c:dLbl>
            <c:dLbl>
              <c:idx val="2"/>
              <c:layout>
                <c:manualLayout>
                  <c:x val="5.497208462983131E-2"/>
                  <c:y val="-3.25775619091203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715-450C-B3A2-5E0E18F897FE}"/>
                </c:ext>
              </c:extLst>
            </c:dLbl>
            <c:dLbl>
              <c:idx val="3"/>
              <c:layout>
                <c:manualLayout>
                  <c:x val="5.497208462983131E-2"/>
                  <c:y val="-4.49094634369573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715-450C-B3A2-5E0E18F897FE}"/>
                </c:ext>
              </c:extLst>
            </c:dLbl>
            <c:dLbl>
              <c:idx val="4"/>
              <c:layout>
                <c:manualLayout>
                  <c:x val="5.6250505202617991E-2"/>
                  <c:y val="-3.69842640069059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046-4786-8F5A-859F366C6110}"/>
                </c:ext>
              </c:extLst>
            </c:dLbl>
            <c:dLbl>
              <c:idx val="5"/>
              <c:layout>
                <c:manualLayout>
                  <c:x val="6.008576692097841E-2"/>
                  <c:y val="-2.90590645768547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796-470B-B082-BB77BC43192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2824</c:v>
                </c:pt>
                <c:pt idx="1">
                  <c:v>8533</c:v>
                </c:pt>
                <c:pt idx="2">
                  <c:v>7945</c:v>
                </c:pt>
                <c:pt idx="3">
                  <c:v>8233</c:v>
                </c:pt>
                <c:pt idx="4">
                  <c:v>4577</c:v>
                </c:pt>
                <c:pt idx="5">
                  <c:v>3390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15-450C-B3A2-5E0E18F897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1136822911470982E-3"/>
                  <c:y val="-3.170079772020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715-450C-B3A2-5E0E18F897FE}"/>
                </c:ext>
              </c:extLst>
            </c:dLbl>
            <c:dLbl>
              <c:idx val="1"/>
              <c:layout>
                <c:manualLayout>
                  <c:x val="-4.6874879499573766E-17"/>
                  <c:y val="-1.32086657167521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715-450C-B3A2-5E0E18F897FE}"/>
                </c:ext>
              </c:extLst>
            </c:dLbl>
            <c:dLbl>
              <c:idx val="2"/>
              <c:layout>
                <c:manualLayout>
                  <c:x val="-1.8749951799829506E-16"/>
                  <c:y val="-1.84921320034529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715-450C-B3A2-5E0E18F897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30249</c:v>
                </c:pt>
                <c:pt idx="1">
                  <c:v>148012</c:v>
                </c:pt>
                <c:pt idx="2">
                  <c:v>146403</c:v>
                </c:pt>
                <c:pt idx="3">
                  <c:v>110682</c:v>
                </c:pt>
                <c:pt idx="4">
                  <c:v>101362</c:v>
                </c:pt>
                <c:pt idx="5">
                  <c:v>92402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715-450C-B3A2-5E0E18F897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75433</c:v>
                </c:pt>
                <c:pt idx="1">
                  <c:v>77974</c:v>
                </c:pt>
                <c:pt idx="2">
                  <c:v>68251</c:v>
                </c:pt>
                <c:pt idx="3">
                  <c:v>52918</c:v>
                </c:pt>
                <c:pt idx="4">
                  <c:v>47372</c:v>
                </c:pt>
                <c:pt idx="5">
                  <c:v>36822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715-450C-B3A2-5E0E18F897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12137232"/>
        <c:axId val="312145392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Server Count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1191</c:v>
                </c:pt>
                <c:pt idx="1">
                  <c:v>1410</c:v>
                </c:pt>
                <c:pt idx="2">
                  <c:v>1413</c:v>
                </c:pt>
                <c:pt idx="3">
                  <c:v>1169</c:v>
                </c:pt>
                <c:pt idx="4">
                  <c:v>1252</c:v>
                </c:pt>
                <c:pt idx="5">
                  <c:v>1275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715-450C-B3A2-5E0E18F897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7654095"/>
        <c:axId val="1437651695"/>
      </c:lineChart>
      <c:catAx>
        <c:axId val="312137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145392"/>
        <c:crosses val="autoZero"/>
        <c:auto val="1"/>
        <c:lblAlgn val="ctr"/>
        <c:lblOffset val="100"/>
        <c:noMultiLvlLbl val="0"/>
      </c:catAx>
      <c:valAx>
        <c:axId val="312145392"/>
        <c:scaling>
          <c:orientation val="minMax"/>
          <c:max val="26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137232"/>
        <c:crosses val="autoZero"/>
        <c:crossBetween val="between"/>
      </c:valAx>
      <c:valAx>
        <c:axId val="1437651695"/>
        <c:scaling>
          <c:orientation val="minMax"/>
          <c:max val="1550"/>
          <c:min val="10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7654095"/>
        <c:crosses val="max"/>
        <c:crossBetween val="between"/>
      </c:valAx>
      <c:catAx>
        <c:axId val="143765409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one"/>
        <c:crossAx val="1437651695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sz="9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0.69299</cdr:x>
      <cdr:y>0.77076</cdr:y>
    </cdr:from>
    <cdr:to>
      <cdr:x>0.70669</cdr:x>
      <cdr:y>0.78813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3CA57D96-F6DB-EE42-FDE9-91807D1FE61C}"/>
            </a:ext>
          </a:extLst>
        </cdr:cNvPr>
        <cdr:cNvCxnSpPr/>
      </cdr:nvCxnSpPr>
      <cdr:spPr>
        <a:xfrm xmlns:a="http://schemas.openxmlformats.org/drawingml/2006/main" flipV="1">
          <a:off x="4270267" y="2183959"/>
          <a:ext cx="84406" cy="49237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0.79915</cdr:x>
      <cdr:y>0.76827</cdr:y>
    </cdr:from>
    <cdr:to>
      <cdr:x>0.81285</cdr:x>
      <cdr:y>0.79062</cdr:y>
    </cdr:to>
    <cdr:cxnSp macro="">
      <cdr:nvCxnSpPr>
        <cdr:cNvPr id="6" name="Straight Connector 5">
          <a:extLst xmlns:a="http://schemas.openxmlformats.org/drawingml/2006/main">
            <a:ext uri="{FF2B5EF4-FFF2-40B4-BE49-F238E27FC236}">
              <a16:creationId xmlns:a16="http://schemas.microsoft.com/office/drawing/2014/main" id="{FD3709AD-93DF-A926-97DB-8782E3AD4246}"/>
            </a:ext>
          </a:extLst>
        </cdr:cNvPr>
        <cdr:cNvCxnSpPr/>
      </cdr:nvCxnSpPr>
      <cdr:spPr>
        <a:xfrm xmlns:a="http://schemas.openxmlformats.org/drawingml/2006/main" flipV="1">
          <a:off x="4924414" y="2176925"/>
          <a:ext cx="84407" cy="63305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0.90987</cdr:x>
      <cdr:y>0.78813</cdr:y>
    </cdr:from>
    <cdr:to>
      <cdr:x>0.90987</cdr:x>
      <cdr:y>0.78813</cdr:y>
    </cdr:to>
    <cdr:cxnSp macro="">
      <cdr:nvCxnSpPr>
        <cdr:cNvPr id="9" name="Straight Connector 8">
          <a:extLst xmlns:a="http://schemas.openxmlformats.org/drawingml/2006/main">
            <a:ext uri="{FF2B5EF4-FFF2-40B4-BE49-F238E27FC236}">
              <a16:creationId xmlns:a16="http://schemas.microsoft.com/office/drawing/2014/main" id="{82F47E5D-F9C8-5223-E348-807349754F56}"/>
            </a:ext>
          </a:extLst>
        </cdr:cNvPr>
        <cdr:cNvCxnSpPr/>
      </cdr:nvCxnSpPr>
      <cdr:spPr>
        <a:xfrm xmlns:a="http://schemas.openxmlformats.org/drawingml/2006/main">
          <a:off x="5606697" y="2233196"/>
          <a:ext cx="0" cy="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0.90759</cdr:x>
      <cdr:y>0.77324</cdr:y>
    </cdr:from>
    <cdr:to>
      <cdr:x>0.92357</cdr:x>
      <cdr:y>0.79062</cdr:y>
    </cdr:to>
    <cdr:cxnSp macro="">
      <cdr:nvCxnSpPr>
        <cdr:cNvPr id="11" name="Straight Connector 10">
          <a:extLst xmlns:a="http://schemas.openxmlformats.org/drawingml/2006/main">
            <a:ext uri="{FF2B5EF4-FFF2-40B4-BE49-F238E27FC236}">
              <a16:creationId xmlns:a16="http://schemas.microsoft.com/office/drawing/2014/main" id="{490271FE-D0F6-5A21-B191-3B2771C2DCDF}"/>
            </a:ext>
          </a:extLst>
        </cdr:cNvPr>
        <cdr:cNvCxnSpPr/>
      </cdr:nvCxnSpPr>
      <cdr:spPr>
        <a:xfrm xmlns:a="http://schemas.openxmlformats.org/drawingml/2006/main" flipV="1">
          <a:off x="5592630" y="2190993"/>
          <a:ext cx="98474" cy="49237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0.57996</cdr:x>
      <cdr:y>0.76908</cdr:y>
    </cdr:from>
    <cdr:to>
      <cdr:x>0.59366</cdr:x>
      <cdr:y>0.78645</cdr:y>
    </cdr:to>
    <cdr:cxnSp macro="">
      <cdr:nvCxnSpPr>
        <cdr:cNvPr id="2" name="Straight Connector 1">
          <a:extLst xmlns:a="http://schemas.openxmlformats.org/drawingml/2006/main">
            <a:ext uri="{FF2B5EF4-FFF2-40B4-BE49-F238E27FC236}">
              <a16:creationId xmlns:a16="http://schemas.microsoft.com/office/drawing/2014/main" id="{308F1CCD-7081-9006-752D-84016867E7FF}"/>
            </a:ext>
          </a:extLst>
        </cdr:cNvPr>
        <cdr:cNvCxnSpPr/>
      </cdr:nvCxnSpPr>
      <cdr:spPr>
        <a:xfrm xmlns:a="http://schemas.openxmlformats.org/drawingml/2006/main" flipV="1">
          <a:off x="3616542" y="2179206"/>
          <a:ext cx="85431" cy="49219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0.47311</cdr:x>
      <cdr:y>0.77244</cdr:y>
    </cdr:from>
    <cdr:to>
      <cdr:x>0.48681</cdr:x>
      <cdr:y>0.78981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B30A6342-DA85-E9FF-3F15-4043AED3D2CA}"/>
            </a:ext>
          </a:extLst>
        </cdr:cNvPr>
        <cdr:cNvCxnSpPr/>
      </cdr:nvCxnSpPr>
      <cdr:spPr>
        <a:xfrm xmlns:a="http://schemas.openxmlformats.org/drawingml/2006/main" flipV="1">
          <a:off x="2950255" y="2188731"/>
          <a:ext cx="85431" cy="49219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0.2569</cdr:x>
      <cdr:y>0.77076</cdr:y>
    </cdr:from>
    <cdr:to>
      <cdr:x>0.2706</cdr:x>
      <cdr:y>0.78813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699EEF02-B485-D12E-3EE6-9646134D47E9}"/>
            </a:ext>
          </a:extLst>
        </cdr:cNvPr>
        <cdr:cNvCxnSpPr/>
      </cdr:nvCxnSpPr>
      <cdr:spPr>
        <a:xfrm xmlns:a="http://schemas.openxmlformats.org/drawingml/2006/main" flipV="1">
          <a:off x="1602004" y="2183968"/>
          <a:ext cx="85431" cy="49219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0.14845</cdr:x>
      <cdr:y>0.77076</cdr:y>
    </cdr:from>
    <cdr:to>
      <cdr:x>0.16215</cdr:x>
      <cdr:y>0.78813</cdr:y>
    </cdr:to>
    <cdr:cxnSp macro="">
      <cdr:nvCxnSpPr>
        <cdr:cNvPr id="7" name="Straight Connector 6">
          <a:extLst xmlns:a="http://schemas.openxmlformats.org/drawingml/2006/main">
            <a:ext uri="{FF2B5EF4-FFF2-40B4-BE49-F238E27FC236}">
              <a16:creationId xmlns:a16="http://schemas.microsoft.com/office/drawing/2014/main" id="{01F805F9-1F2A-5354-0DFF-A3E49EB4E932}"/>
            </a:ext>
          </a:extLst>
        </cdr:cNvPr>
        <cdr:cNvCxnSpPr/>
      </cdr:nvCxnSpPr>
      <cdr:spPr>
        <a:xfrm xmlns:a="http://schemas.openxmlformats.org/drawingml/2006/main" flipV="1">
          <a:off x="925729" y="2183968"/>
          <a:ext cx="85431" cy="49219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0.36772</cdr:x>
      <cdr:y>0.77076</cdr:y>
    </cdr:from>
    <cdr:to>
      <cdr:x>0.38142</cdr:x>
      <cdr:y>0.78813</cdr:y>
    </cdr:to>
    <cdr:cxnSp macro="">
      <cdr:nvCxnSpPr>
        <cdr:cNvPr id="8" name="Straight Connector 7">
          <a:extLst xmlns:a="http://schemas.openxmlformats.org/drawingml/2006/main">
            <a:ext uri="{FF2B5EF4-FFF2-40B4-BE49-F238E27FC236}">
              <a16:creationId xmlns:a16="http://schemas.microsoft.com/office/drawing/2014/main" id="{04C42213-AEAD-6DA5-9C6C-83F93201704B}"/>
            </a:ext>
          </a:extLst>
        </cdr:cNvPr>
        <cdr:cNvCxnSpPr/>
      </cdr:nvCxnSpPr>
      <cdr:spPr>
        <a:xfrm xmlns:a="http://schemas.openxmlformats.org/drawingml/2006/main" flipV="1">
          <a:off x="2293030" y="2183969"/>
          <a:ext cx="85431" cy="49219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D222C-7C7B-454F-9F55-4ABB8C8FF375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4A7A3-A76B-4BB9-B767-F7B4C76B2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9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3EDC0-B477-224C-AEB4-09D49DBD2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4A7A3-A76B-4BB9-B767-F7B4C76B2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35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4A7A3-A76B-4BB9-B767-F7B4C76B22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99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1E30-4DA8-A2B4-9DA7-44EBCB84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08619-3216-3617-4538-44F96712B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4E158-D726-76E6-7AA2-F81F64162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AC7C4-7DCE-5294-EB88-0472F125E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8BF05-C646-4DA3-A696-FA50045EFF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28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FFD21-367B-8221-198B-D3751C8E4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70E8D-4984-76A5-5977-5BED0FF22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12D5-D0F6-25E1-7CD1-E5BD3DFE6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62A52-62C3-01E9-27A7-ADFC55740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1EECF-AF9B-32B8-E3DF-B795DCA39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03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1731-5557-B81F-F2A2-A3E1C70DD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97F77-1CD7-9717-ACD4-A73203136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B2277-4B36-D774-1472-8C3A99A68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3DF27-417A-2C59-8909-7C952595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C3B45-FD8F-AC42-5D8E-9AD30B2D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00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CAEAD-F8D2-7D78-1ECF-08565847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0EBF5-1ABA-AEAB-A9F4-3813DF404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34514-CF70-B5A4-F837-EAD6D5E8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AC97D-EAE6-B6C9-F7CC-22A03AE26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E0F42-AB3F-BAEE-6F6D-C61E9269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5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FFF1D-4E64-3D85-8928-FF6ED674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89D99-688C-ECB4-E571-E2DCD2503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F474A-1BE2-86F6-EC9A-3E792B28B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617FE-AB24-59B4-528F-8CABEF874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448E5-7C98-BA58-530C-E3CBC1F66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D8D1A-7AC8-D8A3-7B9E-AB408079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8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58B5E-0029-8913-E9C9-3283D210C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BD2B0-12C2-8411-B157-503EED869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4BF98-CE7B-FB31-C805-19881B8EE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B5E6E-92DD-9F28-A9F3-6107A9705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59007-2988-5F6A-0ECC-058C302DD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0D16F0-C4D6-C5F1-D42A-79C874C0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F4CD0-B749-B2EF-DD66-DAD5AB72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1B8296-AAA8-AD86-B61C-F9EC0AA5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56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4908-5863-B0AD-03FA-FA5757C95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667E1-A289-42CA-6143-B445CEC2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E6FE1-F815-1577-A9BA-8C06AC21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159D5-9E13-1239-A98F-F3009B58C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9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F61B2-4A50-34A7-7B98-C97AD0AE2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131ED1-262D-D27B-EBF7-AC2FE24BD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A586D-58BA-B536-C05C-B8EE6A158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5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486A3-FB9F-42A8-4EC9-9E52EE4B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DA99-0E6C-25F9-BDFA-3FC7FDB42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2415E-6FBD-68DB-AC73-3A79EDA98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6DF80-F616-C362-A9CD-599B953C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CCD87-0B09-FCCB-48A5-D71017BF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C840A-2EC1-7F56-1103-95ACBA60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1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C7581-34DE-E7DA-E846-B97AE4AC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F4CE7C-35E0-E436-B4C2-D0C9A2318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7A3B1-50C7-1FE8-7EEF-5BC5A5B41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E745A-B77B-5726-2EC3-C66AA952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1C561-C476-E55C-C26A-A46A7C2E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C9BCE-D527-1EFD-4B03-99D1546B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7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FF0F3-A110-CF69-04EE-2A0937CE6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748A2-001B-C66A-93F3-5A3F5C4F8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158F0-CC87-C29C-A402-385F0F0C4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1CF35-D547-252E-A6EE-92E2F2D2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65A68-8E92-84A8-FF03-FA7C2292D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3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A073B-FE45-8EF1-C46F-E9CED37E0C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88A4-38D0-D7B5-1D64-C38B39384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1A0CF-22E2-57FF-BDF6-B1115C18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1605-7606-20E8-15E1-81209C90C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70425-64BB-63B4-7B82-490CA0BA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6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33DE30-7EE0-2BB2-6F0E-3BFB1ACA4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5A5D7-36AE-16A3-313B-43FC327DA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C164D-C766-2610-AA9D-7EF813BC6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0C3C6-438F-4FAD-A9B7-80E6DBFDE2A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1C0E6-3691-F7B3-1455-1C4859D98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D0CE5-7D92-339E-C1CD-A0CEF654E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6D2C5-B225-4DA3-A7E2-459438D08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0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70B2FC-6034-E743-A976-8C50DE16D1D6}"/>
              </a:ext>
            </a:extLst>
          </p:cNvPr>
          <p:cNvSpPr txBox="1"/>
          <p:nvPr/>
        </p:nvSpPr>
        <p:spPr>
          <a:xfrm>
            <a:off x="643467" y="608987"/>
            <a:ext cx="1090506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Crown Jewels Servers [Win : 473 Linux :29 ] Data as on [6 June]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A1B17-3D27-D0EE-327A-A8C63D25824C}"/>
              </a:ext>
            </a:extLst>
          </p:cNvPr>
          <p:cNvSpPr txBox="1"/>
          <p:nvPr/>
        </p:nvSpPr>
        <p:spPr>
          <a:xfrm>
            <a:off x="7013984" y="1047177"/>
            <a:ext cx="5026779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Current Status (March-June Vulnerabilities)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D65D8-C67C-05E0-1A94-CAFEC2AA32C0}"/>
              </a:ext>
            </a:extLst>
          </p:cNvPr>
          <p:cNvSpPr txBox="1"/>
          <p:nvPr/>
        </p:nvSpPr>
        <p:spPr>
          <a:xfrm>
            <a:off x="7013985" y="3900318"/>
            <a:ext cx="502677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/>
              <a:t>Digitization team has fixed EOL MS office for 8 servers out of 12). 4 servers are in progress.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/>
              <a:t>Voice team, EOL Genesys dependency etc., timeline awaited - ~2k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/>
              <a:t>CJ status 29</a:t>
            </a:r>
            <a:r>
              <a:rPr lang="en-US" sz="1500" baseline="30000" dirty="0"/>
              <a:t>th</a:t>
            </a:r>
            <a:r>
              <a:rPr lang="en-US" sz="1500" dirty="0"/>
              <a:t> Apr – 85K open vulnerabilities reduced to 31.5K currently.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/>
              <a:t>Servers- 591, No C/H/M </a:t>
            </a:r>
            <a:r>
              <a:rPr lang="en-US" sz="1500" dirty="0" err="1"/>
              <a:t>Vul</a:t>
            </a:r>
            <a:r>
              <a:rPr lang="en-US" sz="1500" dirty="0"/>
              <a:t>/ TSE error-57,Decom-32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5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sp>
        <p:nvSpPr>
          <p:cNvPr id="8" name="Title 101">
            <a:extLst>
              <a:ext uri="{FF2B5EF4-FFF2-40B4-BE49-F238E27FC236}">
                <a16:creationId xmlns:a16="http://schemas.microsoft.com/office/drawing/2014/main" id="{6F44CAD2-3724-46F6-CCA3-05D28BD9CB2C}"/>
              </a:ext>
            </a:extLst>
          </p:cNvPr>
          <p:cNvSpPr txBox="1">
            <a:spLocks/>
          </p:cNvSpPr>
          <p:nvPr/>
        </p:nvSpPr>
        <p:spPr>
          <a:xfrm>
            <a:off x="-23066" y="-4181"/>
            <a:ext cx="10596801" cy="572405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 fontScale="97500"/>
          </a:bodyPr>
          <a:lstStyle>
            <a:defPPr>
              <a:defRPr lang="en-US"/>
            </a:defPPr>
            <a:lvl1pPr defTabSz="914354"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rgbClr val="000000"/>
                </a:solidFill>
                <a:latin typeface="Calibri" panose="020F0502020204030204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Headings)"/>
                <a:ea typeface="+mj-ea"/>
                <a:cs typeface="+mj-cs"/>
              </a:rPr>
              <a:t>IT </a:t>
            </a:r>
            <a:r>
              <a:rPr lang="en-US" sz="2500">
                <a:solidFill>
                  <a:srgbClr val="FFFFFF"/>
                </a:solidFill>
                <a:latin typeface="Calibri (Headings)"/>
              </a:rPr>
              <a:t>Infra Crown Jewels Vulnerability Status - Servers</a:t>
            </a: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(Headings)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D05C95-A6C3-9858-A3CF-BBD395E21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643555"/>
              </p:ext>
            </p:extLst>
          </p:nvPr>
        </p:nvGraphicFramePr>
        <p:xfrm>
          <a:off x="7013986" y="1411547"/>
          <a:ext cx="5026779" cy="2409294"/>
        </p:xfrm>
        <a:graphic>
          <a:graphicData uri="http://schemas.openxmlformats.org/drawingml/2006/table">
            <a:tbl>
              <a:tblPr/>
              <a:tblGrid>
                <a:gridCol w="1163121">
                  <a:extLst>
                    <a:ext uri="{9D8B030D-6E8A-4147-A177-3AD203B41FA5}">
                      <a16:colId xmlns:a16="http://schemas.microsoft.com/office/drawing/2014/main" val="420452594"/>
                    </a:ext>
                  </a:extLst>
                </a:gridCol>
                <a:gridCol w="1146775">
                  <a:extLst>
                    <a:ext uri="{9D8B030D-6E8A-4147-A177-3AD203B41FA5}">
                      <a16:colId xmlns:a16="http://schemas.microsoft.com/office/drawing/2014/main" val="2312196086"/>
                    </a:ext>
                  </a:extLst>
                </a:gridCol>
                <a:gridCol w="674557">
                  <a:extLst>
                    <a:ext uri="{9D8B030D-6E8A-4147-A177-3AD203B41FA5}">
                      <a16:colId xmlns:a16="http://schemas.microsoft.com/office/drawing/2014/main" val="769003936"/>
                    </a:ext>
                  </a:extLst>
                </a:gridCol>
                <a:gridCol w="509666">
                  <a:extLst>
                    <a:ext uri="{9D8B030D-6E8A-4147-A177-3AD203B41FA5}">
                      <a16:colId xmlns:a16="http://schemas.microsoft.com/office/drawing/2014/main" val="2147456455"/>
                    </a:ext>
                  </a:extLst>
                </a:gridCol>
                <a:gridCol w="540895">
                  <a:extLst>
                    <a:ext uri="{9D8B030D-6E8A-4147-A177-3AD203B41FA5}">
                      <a16:colId xmlns:a16="http://schemas.microsoft.com/office/drawing/2014/main" val="2573609309"/>
                    </a:ext>
                  </a:extLst>
                </a:gridCol>
                <a:gridCol w="509841">
                  <a:extLst>
                    <a:ext uri="{9D8B030D-6E8A-4147-A177-3AD203B41FA5}">
                      <a16:colId xmlns:a16="http://schemas.microsoft.com/office/drawing/2014/main" val="727866674"/>
                    </a:ext>
                  </a:extLst>
                </a:gridCol>
                <a:gridCol w="481924">
                  <a:extLst>
                    <a:ext uri="{9D8B030D-6E8A-4147-A177-3AD203B41FA5}">
                      <a16:colId xmlns:a16="http://schemas.microsoft.com/office/drawing/2014/main" val="1174170731"/>
                    </a:ext>
                  </a:extLst>
                </a:gridCol>
              </a:tblGrid>
              <a:tr h="3433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 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Asset count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03966"/>
                  </a:ext>
                </a:extLst>
              </a:tr>
              <a:tr h="3433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GAURAV DEMIWAL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Domain controller, Voice servers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18141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23994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247192"/>
                  </a:ext>
                </a:extLst>
              </a:tr>
              <a:tr h="3433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RAJESH JHA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Application, Database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509749"/>
                  </a:ext>
                </a:extLst>
              </a:tr>
              <a:tr h="3433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IOANNIS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APAC- Domain controller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116511"/>
                  </a:ext>
                </a:extLst>
              </a:tr>
              <a:tr h="3433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BALVINDER RANA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884689"/>
                  </a:ext>
                </a:extLst>
              </a:tr>
              <a:tr h="3433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VIRAL GALA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PIM CyberArk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269417"/>
                  </a:ext>
                </a:extLst>
              </a:tr>
              <a:tr h="3433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502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675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23457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7293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31425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7686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64471E9-D894-E751-7458-1BD0420574E0}"/>
              </a:ext>
            </a:extLst>
          </p:cNvPr>
          <p:cNvSpPr txBox="1"/>
          <p:nvPr/>
        </p:nvSpPr>
        <p:spPr>
          <a:xfrm>
            <a:off x="643461" y="1047177"/>
            <a:ext cx="6273964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March Baseline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A9C4954-046E-B517-3DB9-443BC9973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104445"/>
              </p:ext>
            </p:extLst>
          </p:nvPr>
        </p:nvGraphicFramePr>
        <p:xfrm>
          <a:off x="681558" y="1411547"/>
          <a:ext cx="6235865" cy="2406399"/>
        </p:xfrm>
        <a:graphic>
          <a:graphicData uri="http://schemas.openxmlformats.org/drawingml/2006/table">
            <a:tbl>
              <a:tblPr/>
              <a:tblGrid>
                <a:gridCol w="1295931">
                  <a:extLst>
                    <a:ext uri="{9D8B030D-6E8A-4147-A177-3AD203B41FA5}">
                      <a16:colId xmlns:a16="http://schemas.microsoft.com/office/drawing/2014/main" val="1270557428"/>
                    </a:ext>
                  </a:extLst>
                </a:gridCol>
                <a:gridCol w="2168439">
                  <a:extLst>
                    <a:ext uri="{9D8B030D-6E8A-4147-A177-3AD203B41FA5}">
                      <a16:colId xmlns:a16="http://schemas.microsoft.com/office/drawing/2014/main" val="4101355607"/>
                    </a:ext>
                  </a:extLst>
                </a:gridCol>
                <a:gridCol w="846846">
                  <a:extLst>
                    <a:ext uri="{9D8B030D-6E8A-4147-A177-3AD203B41FA5}">
                      <a16:colId xmlns:a16="http://schemas.microsoft.com/office/drawing/2014/main" val="853682296"/>
                    </a:ext>
                  </a:extLst>
                </a:gridCol>
                <a:gridCol w="526071">
                  <a:extLst>
                    <a:ext uri="{9D8B030D-6E8A-4147-A177-3AD203B41FA5}">
                      <a16:colId xmlns:a16="http://schemas.microsoft.com/office/drawing/2014/main" val="1788782402"/>
                    </a:ext>
                  </a:extLst>
                </a:gridCol>
                <a:gridCol w="372099">
                  <a:extLst>
                    <a:ext uri="{9D8B030D-6E8A-4147-A177-3AD203B41FA5}">
                      <a16:colId xmlns:a16="http://schemas.microsoft.com/office/drawing/2014/main" val="26025360"/>
                    </a:ext>
                  </a:extLst>
                </a:gridCol>
                <a:gridCol w="615888">
                  <a:extLst>
                    <a:ext uri="{9D8B030D-6E8A-4147-A177-3AD203B41FA5}">
                      <a16:colId xmlns:a16="http://schemas.microsoft.com/office/drawing/2014/main" val="2518656608"/>
                    </a:ext>
                  </a:extLst>
                </a:gridCol>
                <a:gridCol w="410591">
                  <a:extLst>
                    <a:ext uri="{9D8B030D-6E8A-4147-A177-3AD203B41FA5}">
                      <a16:colId xmlns:a16="http://schemas.microsoft.com/office/drawing/2014/main" val="2304279384"/>
                    </a:ext>
                  </a:extLst>
                </a:gridCol>
              </a:tblGrid>
              <a:tr h="299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 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Asset Count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433749"/>
                  </a:ext>
                </a:extLst>
              </a:tr>
              <a:tr h="299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GAURAV DEMIWAL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Domain Controller, Voice Servers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626372"/>
                  </a:ext>
                </a:extLst>
              </a:tr>
              <a:tr h="299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RAJESH JHA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Application, Database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401044"/>
                  </a:ext>
                </a:extLst>
              </a:tr>
              <a:tr h="299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VIRAL GALA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PIM, Cyber Ark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360607"/>
                  </a:ext>
                </a:extLst>
              </a:tr>
              <a:tr h="299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SEEMA GOPALANI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571"/>
                  </a:ext>
                </a:extLst>
              </a:tr>
              <a:tr h="299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IOANNIS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Domain Controller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649997"/>
                  </a:ext>
                </a:extLst>
              </a:tr>
              <a:tr h="299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RAJESH PUNJABI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811154"/>
                  </a:ext>
                </a:extLst>
              </a:tr>
              <a:tr h="3132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5420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872429"/>
                  </a:ext>
                </a:extLst>
              </a:tr>
            </a:tbl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E538C4B-5F8F-9ED6-6086-AD668EBEC5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70719"/>
              </p:ext>
            </p:extLst>
          </p:nvPr>
        </p:nvGraphicFramePr>
        <p:xfrm>
          <a:off x="681560" y="3900318"/>
          <a:ext cx="6235865" cy="2833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63690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88D24-A8DD-FB96-ED36-D1B627B5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3EE331-4B2E-9DFE-414E-33186F6F091D}"/>
              </a:ext>
            </a:extLst>
          </p:cNvPr>
          <p:cNvSpPr txBox="1"/>
          <p:nvPr/>
        </p:nvSpPr>
        <p:spPr>
          <a:xfrm>
            <a:off x="643462" y="259168"/>
            <a:ext cx="1090506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 Inventory and Vulnerabilities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2A9E1-A70E-218D-F0C0-A63181E66934}"/>
              </a:ext>
            </a:extLst>
          </p:cNvPr>
          <p:cNvSpPr txBox="1"/>
          <p:nvPr/>
        </p:nvSpPr>
        <p:spPr>
          <a:xfrm>
            <a:off x="643462" y="2998462"/>
            <a:ext cx="10905066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are continuously sharing the Non-reachability reminders with stakeholders.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Servers not having C/H/M vulnerability/ Scanning issue/ Tanium agent corrupted -128</a:t>
            </a:r>
          </a:p>
          <a:p>
            <a:pPr algn="just"/>
            <a:r>
              <a:rPr lang="en-US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Linux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are continuously sharing the Non-reachability reminders with stakeholders &amp; rectifying the Linux inventory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Approx 119 Linux server are EOL/EOS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E90549-1FBB-5D24-08DB-A4ECA25CC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510520"/>
              </p:ext>
            </p:extLst>
          </p:nvPr>
        </p:nvGraphicFramePr>
        <p:xfrm>
          <a:off x="643462" y="1056449"/>
          <a:ext cx="10905065" cy="1658176"/>
        </p:xfrm>
        <a:graphic>
          <a:graphicData uri="http://schemas.openxmlformats.org/drawingml/2006/table">
            <a:tbl>
              <a:tblPr/>
              <a:tblGrid>
                <a:gridCol w="1458298">
                  <a:extLst>
                    <a:ext uri="{9D8B030D-6E8A-4147-A177-3AD203B41FA5}">
                      <a16:colId xmlns:a16="http://schemas.microsoft.com/office/drawing/2014/main" val="339564440"/>
                    </a:ext>
                  </a:extLst>
                </a:gridCol>
                <a:gridCol w="1544080">
                  <a:extLst>
                    <a:ext uri="{9D8B030D-6E8A-4147-A177-3AD203B41FA5}">
                      <a16:colId xmlns:a16="http://schemas.microsoft.com/office/drawing/2014/main" val="99440477"/>
                    </a:ext>
                  </a:extLst>
                </a:gridCol>
                <a:gridCol w="1399322">
                  <a:extLst>
                    <a:ext uri="{9D8B030D-6E8A-4147-A177-3AD203B41FA5}">
                      <a16:colId xmlns:a16="http://schemas.microsoft.com/office/drawing/2014/main" val="481420053"/>
                    </a:ext>
                  </a:extLst>
                </a:gridCol>
                <a:gridCol w="1908655">
                  <a:extLst>
                    <a:ext uri="{9D8B030D-6E8A-4147-A177-3AD203B41FA5}">
                      <a16:colId xmlns:a16="http://schemas.microsoft.com/office/drawing/2014/main" val="3942008808"/>
                    </a:ext>
                  </a:extLst>
                </a:gridCol>
                <a:gridCol w="1072277">
                  <a:extLst>
                    <a:ext uri="{9D8B030D-6E8A-4147-A177-3AD203B41FA5}">
                      <a16:colId xmlns:a16="http://schemas.microsoft.com/office/drawing/2014/main" val="193565377"/>
                    </a:ext>
                  </a:extLst>
                </a:gridCol>
                <a:gridCol w="1029388">
                  <a:extLst>
                    <a:ext uri="{9D8B030D-6E8A-4147-A177-3AD203B41FA5}">
                      <a16:colId xmlns:a16="http://schemas.microsoft.com/office/drawing/2014/main" val="161037850"/>
                    </a:ext>
                  </a:extLst>
                </a:gridCol>
                <a:gridCol w="1158059">
                  <a:extLst>
                    <a:ext uri="{9D8B030D-6E8A-4147-A177-3AD203B41FA5}">
                      <a16:colId xmlns:a16="http://schemas.microsoft.com/office/drawing/2014/main" val="161594691"/>
                    </a:ext>
                  </a:extLst>
                </a:gridCol>
                <a:gridCol w="1334986">
                  <a:extLst>
                    <a:ext uri="{9D8B030D-6E8A-4147-A177-3AD203B41FA5}">
                      <a16:colId xmlns:a16="http://schemas.microsoft.com/office/drawing/2014/main" val="1458576599"/>
                    </a:ext>
                  </a:extLst>
                </a:gridCol>
              </a:tblGrid>
              <a:tr h="4145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Server 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Assets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Reachable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Non-Reachable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Vulns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002278"/>
                  </a:ext>
                </a:extLst>
              </a:tr>
              <a:tr h="4145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Windows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84367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30705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117850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31187"/>
                  </a:ext>
                </a:extLst>
              </a:tr>
              <a:tr h="4145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Linux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6117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14764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658952"/>
                  </a:ext>
                </a:extLst>
              </a:tr>
              <a:tr h="4145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92402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36822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132614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514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29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59BA1-490F-FC9D-831B-86F099F99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728E3C8-B196-FAAB-A1B1-3FE3D0A4D2E8}"/>
              </a:ext>
            </a:extLst>
          </p:cNvPr>
          <p:cNvSpPr txBox="1"/>
          <p:nvPr/>
        </p:nvSpPr>
        <p:spPr>
          <a:xfrm>
            <a:off x="643462" y="120135"/>
            <a:ext cx="1090506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Windows Servers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7B8A91-4F9B-AB91-478F-B9034AC86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99966"/>
              </p:ext>
            </p:extLst>
          </p:nvPr>
        </p:nvGraphicFramePr>
        <p:xfrm>
          <a:off x="7333488" y="618300"/>
          <a:ext cx="4215041" cy="2810702"/>
        </p:xfrm>
        <a:graphic>
          <a:graphicData uri="http://schemas.openxmlformats.org/drawingml/2006/table">
            <a:tbl>
              <a:tblPr/>
              <a:tblGrid>
                <a:gridCol w="1302512">
                  <a:extLst>
                    <a:ext uri="{9D8B030D-6E8A-4147-A177-3AD203B41FA5}">
                      <a16:colId xmlns:a16="http://schemas.microsoft.com/office/drawing/2014/main" val="2410627162"/>
                    </a:ext>
                  </a:extLst>
                </a:gridCol>
                <a:gridCol w="1005223">
                  <a:extLst>
                    <a:ext uri="{9D8B030D-6E8A-4147-A177-3AD203B41FA5}">
                      <a16:colId xmlns:a16="http://schemas.microsoft.com/office/drawing/2014/main" val="978961173"/>
                    </a:ext>
                  </a:extLst>
                </a:gridCol>
                <a:gridCol w="969460">
                  <a:extLst>
                    <a:ext uri="{9D8B030D-6E8A-4147-A177-3AD203B41FA5}">
                      <a16:colId xmlns:a16="http://schemas.microsoft.com/office/drawing/2014/main" val="4289773790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705567808"/>
                    </a:ext>
                  </a:extLst>
                </a:gridCol>
              </a:tblGrid>
              <a:tr h="567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Ageing</a:t>
                      </a: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</a:t>
                      </a:r>
                      <a:endParaRPr lang="en-US" sz="1600" b="1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endParaRPr lang="en-US" sz="1600" b="1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  <a:endParaRPr lang="en-US" sz="1600" b="1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380154"/>
                  </a:ext>
                </a:extLst>
              </a:tr>
              <a:tr h="4917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&gt;90 Days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25397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8870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306248"/>
                  </a:ext>
                </a:extLst>
              </a:tr>
              <a:tr h="5838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61-90 Days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495418"/>
                  </a:ext>
                </a:extLst>
              </a:tr>
              <a:tr h="5838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31-60 Days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11846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4730"/>
                  </a:ext>
                </a:extLst>
              </a:tr>
              <a:tr h="5838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&lt;30 Days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43921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15518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580085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91017DC-5AB2-2CCB-B5C1-BD4CA49E44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1688838"/>
              </p:ext>
            </p:extLst>
          </p:nvPr>
        </p:nvGraphicFramePr>
        <p:xfrm>
          <a:off x="643462" y="3668947"/>
          <a:ext cx="6527800" cy="2923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AEDC83B-7701-4D2F-7ADC-BE5AB460A0C2}"/>
              </a:ext>
            </a:extLst>
          </p:cNvPr>
          <p:cNvSpPr txBox="1"/>
          <p:nvPr/>
        </p:nvSpPr>
        <p:spPr>
          <a:xfrm>
            <a:off x="7333488" y="3844765"/>
            <a:ext cx="42150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finding’s contributors are browsers, .NET related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3B6D54-15B5-FEA7-247F-557D47BBA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673753"/>
              </p:ext>
            </p:extLst>
          </p:nvPr>
        </p:nvGraphicFramePr>
        <p:xfrm>
          <a:off x="643462" y="618300"/>
          <a:ext cx="6527800" cy="2810703"/>
        </p:xfrm>
        <a:graphic>
          <a:graphicData uri="http://schemas.openxmlformats.org/drawingml/2006/table">
            <a:tbl>
              <a:tblPr/>
              <a:tblGrid>
                <a:gridCol w="1560582">
                  <a:extLst>
                    <a:ext uri="{9D8B030D-6E8A-4147-A177-3AD203B41FA5}">
                      <a16:colId xmlns:a16="http://schemas.microsoft.com/office/drawing/2014/main" val="3467671328"/>
                    </a:ext>
                  </a:extLst>
                </a:gridCol>
                <a:gridCol w="1078451">
                  <a:extLst>
                    <a:ext uri="{9D8B030D-6E8A-4147-A177-3AD203B41FA5}">
                      <a16:colId xmlns:a16="http://schemas.microsoft.com/office/drawing/2014/main" val="2968901351"/>
                    </a:ext>
                  </a:extLst>
                </a:gridCol>
                <a:gridCol w="1002325">
                  <a:extLst>
                    <a:ext uri="{9D8B030D-6E8A-4147-A177-3AD203B41FA5}">
                      <a16:colId xmlns:a16="http://schemas.microsoft.com/office/drawing/2014/main" val="3895526789"/>
                    </a:ext>
                  </a:extLst>
                </a:gridCol>
                <a:gridCol w="926199">
                  <a:extLst>
                    <a:ext uri="{9D8B030D-6E8A-4147-A177-3AD203B41FA5}">
                      <a16:colId xmlns:a16="http://schemas.microsoft.com/office/drawing/2014/main" val="3159325030"/>
                    </a:ext>
                  </a:extLst>
                </a:gridCol>
                <a:gridCol w="1208499">
                  <a:extLst>
                    <a:ext uri="{9D8B030D-6E8A-4147-A177-3AD203B41FA5}">
                      <a16:colId xmlns:a16="http://schemas.microsoft.com/office/drawing/2014/main" val="1325027450"/>
                    </a:ext>
                  </a:extLst>
                </a:gridCol>
                <a:gridCol w="751744">
                  <a:extLst>
                    <a:ext uri="{9D8B030D-6E8A-4147-A177-3AD203B41FA5}">
                      <a16:colId xmlns:a16="http://schemas.microsoft.com/office/drawing/2014/main" val="2730805124"/>
                    </a:ext>
                  </a:extLst>
                </a:gridCol>
              </a:tblGrid>
              <a:tr h="3174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Head Of Department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Asset Count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795685"/>
                  </a:ext>
                </a:extLst>
              </a:tr>
              <a:tr h="2575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GAURAV DEMIWAL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65566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22838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90474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722781"/>
                  </a:ext>
                </a:extLst>
              </a:tr>
              <a:tr h="2575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RAJESH JHA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978451"/>
                  </a:ext>
                </a:extLst>
              </a:tr>
              <a:tr h="2575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TO-BE-IDENTIFIED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487678"/>
                  </a:ext>
                </a:extLst>
              </a:tr>
              <a:tr h="2575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LAURENCE RAJ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296218"/>
                  </a:ext>
                </a:extLst>
              </a:tr>
              <a:tr h="2575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VIRAL GALA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16732"/>
                  </a:ext>
                </a:extLst>
              </a:tr>
              <a:tr h="2575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IOANNIS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18971"/>
                  </a:ext>
                </a:extLst>
              </a:tr>
              <a:tr h="4328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MOHAMMAD AFZAL KHAN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962245"/>
                  </a:ext>
                </a:extLst>
              </a:tr>
              <a:tr h="2575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BALVINDER RANA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436985"/>
                  </a:ext>
                </a:extLst>
              </a:tr>
              <a:tr h="2575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84367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30705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117850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566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25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AE9A92-9583-9DF9-733A-E2B4EB3AF6D8}"/>
              </a:ext>
            </a:extLst>
          </p:cNvPr>
          <p:cNvSpPr/>
          <p:nvPr/>
        </p:nvSpPr>
        <p:spPr>
          <a:xfrm>
            <a:off x="643467" y="212459"/>
            <a:ext cx="1124373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Vulnerable Hosts &amp; CVE wise </a:t>
            </a:r>
            <a:r>
              <a:rPr lang="en-US" sz="20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(Windows)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8597DD-C2B3-AFF6-8DC4-A57EDBC8A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776046"/>
              </p:ext>
            </p:extLst>
          </p:nvPr>
        </p:nvGraphicFramePr>
        <p:xfrm>
          <a:off x="643466" y="3474519"/>
          <a:ext cx="7449347" cy="3171023"/>
        </p:xfrm>
        <a:graphic>
          <a:graphicData uri="http://schemas.openxmlformats.org/drawingml/2006/table">
            <a:tbl>
              <a:tblPr/>
              <a:tblGrid>
                <a:gridCol w="2375959">
                  <a:extLst>
                    <a:ext uri="{9D8B030D-6E8A-4147-A177-3AD203B41FA5}">
                      <a16:colId xmlns:a16="http://schemas.microsoft.com/office/drawing/2014/main" val="1946444887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1194840394"/>
                    </a:ext>
                  </a:extLst>
                </a:gridCol>
                <a:gridCol w="4378063">
                  <a:extLst>
                    <a:ext uri="{9D8B030D-6E8A-4147-A177-3AD203B41FA5}">
                      <a16:colId xmlns:a16="http://schemas.microsoft.com/office/drawing/2014/main" val="2648137934"/>
                    </a:ext>
                  </a:extLst>
                </a:gridCol>
              </a:tblGrid>
              <a:tr h="20971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10 High CVE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186262"/>
                  </a:ext>
                </a:extLst>
              </a:tr>
              <a:tr h="2284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CVE-ID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Details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575254"/>
                  </a:ext>
                </a:extLst>
              </a:tr>
              <a:tr h="3232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CVE-2026-34329, CVE-2026-34343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Heap-based buffer overflow in Windows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230118"/>
                  </a:ext>
                </a:extLst>
              </a:tr>
              <a:tr h="3232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CVE-2026-34333, CVE-2026-34330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Win32K - GRFX application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994393"/>
                  </a:ext>
                </a:extLst>
              </a:tr>
              <a:tr h="2572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CVE-2019-0548, CVE-2026-23666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.NET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151512"/>
                  </a:ext>
                </a:extLst>
              </a:tr>
              <a:tr h="20242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CVE-2025-21587, CVE-2025-50063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Java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584148"/>
                  </a:ext>
                </a:extLst>
              </a:tr>
              <a:tr h="2593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CVE-2026-32161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Windows Native WiFi Miniport Driver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17570"/>
                  </a:ext>
                </a:extLst>
              </a:tr>
              <a:tr h="2018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CVE-2026-33834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Improper access control in Windows Event Logging service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289061"/>
                  </a:ext>
                </a:extLst>
              </a:tr>
              <a:tr h="2593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CVE-2026-33838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Double free in Windows Message Queuing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974047"/>
                  </a:ext>
                </a:extLst>
              </a:tr>
              <a:tr h="3232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CVE-2026-34341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Double free in Windows Link-Layer Discovery Protocol (LLDP)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733845"/>
                  </a:ext>
                </a:extLst>
              </a:tr>
              <a:tr h="2593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CVE-2026-34342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Windows Print Spooler Components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607357"/>
                  </a:ext>
                </a:extLst>
              </a:tr>
              <a:tr h="32327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CVE-2024-0172, CVE-2023-25537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Hardware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7664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AFEC7D-81D9-26A8-1D60-903088BCA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417289"/>
              </p:ext>
            </p:extLst>
          </p:nvPr>
        </p:nvGraphicFramePr>
        <p:xfrm>
          <a:off x="643465" y="719553"/>
          <a:ext cx="7449347" cy="2681458"/>
        </p:xfrm>
        <a:graphic>
          <a:graphicData uri="http://schemas.openxmlformats.org/drawingml/2006/table">
            <a:tbl>
              <a:tblPr/>
              <a:tblGrid>
                <a:gridCol w="2375960">
                  <a:extLst>
                    <a:ext uri="{9D8B030D-6E8A-4147-A177-3AD203B41FA5}">
                      <a16:colId xmlns:a16="http://schemas.microsoft.com/office/drawing/2014/main" val="433412926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1830518831"/>
                    </a:ext>
                  </a:extLst>
                </a:gridCol>
                <a:gridCol w="4625712">
                  <a:extLst>
                    <a:ext uri="{9D8B030D-6E8A-4147-A177-3AD203B41FA5}">
                      <a16:colId xmlns:a16="http://schemas.microsoft.com/office/drawing/2014/main" val="2286398443"/>
                    </a:ext>
                  </a:extLst>
                </a:gridCol>
              </a:tblGrid>
              <a:tr h="12268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10 Critical CVE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936468"/>
                  </a:ext>
                </a:extLst>
              </a:tr>
              <a:tr h="1226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CVE-ID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Details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713923"/>
                  </a:ext>
                </a:extLst>
              </a:tr>
              <a:tr h="2769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CVE-2026-8511, CVE-2026-8580, CVE-2026-7908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 Chrome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58500"/>
                  </a:ext>
                </a:extLst>
              </a:tr>
              <a:tr h="2262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CVE-2026-45495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Microsoft Edge (Chromium-based) Remote Code Execution Vulnerability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689091"/>
                  </a:ext>
                </a:extLst>
              </a:tr>
              <a:tr h="2262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CVE-2026-41089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Stack-based buffer overflow in Windows </a:t>
                      </a: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Netlogon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68527"/>
                  </a:ext>
                </a:extLst>
              </a:tr>
              <a:tr h="2262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CVE-2024-37980, CVE-2024-37341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Remote Code Execution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535328"/>
                  </a:ext>
                </a:extLst>
              </a:tr>
              <a:tr h="2262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CVE-2015-2590, CVE-2013-2465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Java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112797"/>
                  </a:ext>
                </a:extLst>
              </a:tr>
              <a:tr h="3355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CVE-2023-36788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.NET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170227"/>
                  </a:ext>
                </a:extLst>
              </a:tr>
              <a:tr h="2769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CVE-2026-33824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Double free in Windows IKE Extension allows an unauthorized attacker to execute code over a network.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666697"/>
                  </a:ext>
                </a:extLst>
              </a:tr>
              <a:tr h="1454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CVE-2024-21375, CVE-2024-21450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Microsoft SQL Server Elevation of Privilege Vulnerability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895057"/>
                  </a:ext>
                </a:extLst>
              </a:tr>
              <a:tr h="3355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CVE-2024-0161, CVE-2024-0172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Hardware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022217"/>
                  </a:ext>
                </a:extLst>
              </a:tr>
              <a:tr h="14312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CVEs: CVE-2025-47955, CVE-2024-38240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Windows Remote Access Connection Manager related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1543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6497E6-F361-C09A-3A5D-F2676B746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60466"/>
              </p:ext>
            </p:extLst>
          </p:nvPr>
        </p:nvGraphicFramePr>
        <p:xfrm>
          <a:off x="8191499" y="719551"/>
          <a:ext cx="3695702" cy="5925987"/>
        </p:xfrm>
        <a:graphic>
          <a:graphicData uri="http://schemas.openxmlformats.org/drawingml/2006/table">
            <a:tbl>
              <a:tblPr/>
              <a:tblGrid>
                <a:gridCol w="1844978">
                  <a:extLst>
                    <a:ext uri="{9D8B030D-6E8A-4147-A177-3AD203B41FA5}">
                      <a16:colId xmlns:a16="http://schemas.microsoft.com/office/drawing/2014/main" val="2890731757"/>
                    </a:ext>
                  </a:extLst>
                </a:gridCol>
                <a:gridCol w="967639">
                  <a:extLst>
                    <a:ext uri="{9D8B030D-6E8A-4147-A177-3AD203B41FA5}">
                      <a16:colId xmlns:a16="http://schemas.microsoft.com/office/drawing/2014/main" val="185802624"/>
                    </a:ext>
                  </a:extLst>
                </a:gridCol>
                <a:gridCol w="883085">
                  <a:extLst>
                    <a:ext uri="{9D8B030D-6E8A-4147-A177-3AD203B41FA5}">
                      <a16:colId xmlns:a16="http://schemas.microsoft.com/office/drawing/2014/main" val="2490993553"/>
                    </a:ext>
                  </a:extLst>
                </a:gridCol>
              </a:tblGrid>
              <a:tr h="234383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20 Affected Hosts (Windows)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0" marR="8620" marT="8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0" marR="8620" marT="8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095161"/>
                  </a:ext>
                </a:extLst>
              </a:tr>
              <a:tr h="2182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Asset Name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Critical</a:t>
                      </a:r>
                    </a:p>
                  </a:txBody>
                  <a:tcPr marL="8620" marR="8620" marT="8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8620" marR="8620" marT="8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694334"/>
                  </a:ext>
                </a:extLst>
              </a:tr>
              <a:tr h="234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TPTAFE19-0-2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55953"/>
                  </a:ext>
                </a:extLst>
              </a:tr>
              <a:tr h="234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JPLICSSCCM02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33229"/>
                  </a:ext>
                </a:extLst>
              </a:tr>
              <a:tr h="234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TPGBSKOLDC01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3507"/>
                  </a:ext>
                </a:extLst>
              </a:tr>
              <a:tr h="3184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MOH-JAMF-02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355540"/>
                  </a:ext>
                </a:extLst>
              </a:tr>
              <a:tr h="234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EJtestBot1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972707"/>
                  </a:ext>
                </a:extLst>
              </a:tr>
              <a:tr h="234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DC1CTXTLSMI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013870"/>
                  </a:ext>
                </a:extLst>
              </a:tr>
              <a:tr h="3070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MDTAMBDBU02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32917"/>
                  </a:ext>
                </a:extLst>
              </a:tr>
              <a:tr h="262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TPAZCTXNPS02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542744"/>
                  </a:ext>
                </a:extLst>
              </a:tr>
              <a:tr h="2980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TPAZCTXNPS01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927829"/>
                  </a:ext>
                </a:extLst>
              </a:tr>
              <a:tr h="2664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TPGBSKOLDC02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847992"/>
                  </a:ext>
                </a:extLst>
              </a:tr>
              <a:tr h="3184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SBIVADCDB02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222554"/>
                  </a:ext>
                </a:extLst>
              </a:tr>
              <a:tr h="3184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SBIVADCDB01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785849"/>
                  </a:ext>
                </a:extLst>
              </a:tr>
              <a:tr h="3184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WIN-2LCSGK35BB1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967894"/>
                  </a:ext>
                </a:extLst>
              </a:tr>
              <a:tr h="234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WIN-1UCHBISA6EM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055528"/>
                  </a:ext>
                </a:extLst>
              </a:tr>
              <a:tr h="3184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WIN-B8U125RHTS0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01466"/>
                  </a:ext>
                </a:extLst>
              </a:tr>
              <a:tr h="3184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WIN-RL12CFEA9KJ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321563"/>
                  </a:ext>
                </a:extLst>
              </a:tr>
              <a:tr h="234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SBIVADINAP1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36150"/>
                  </a:ext>
                </a:extLst>
              </a:tr>
              <a:tr h="234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DC1CTXCORPHSMI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901590"/>
                  </a:ext>
                </a:extLst>
              </a:tr>
              <a:tr h="3184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IGSTUFTP02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38318"/>
                  </a:ext>
                </a:extLst>
              </a:tr>
              <a:tr h="234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AZTPSCALE01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654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979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384A6B-CEDB-C8E4-E941-AD9E848F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38E6AD-F77E-D696-6E78-98348ACA8F00}"/>
              </a:ext>
            </a:extLst>
          </p:cNvPr>
          <p:cNvSpPr txBox="1"/>
          <p:nvPr/>
        </p:nvSpPr>
        <p:spPr>
          <a:xfrm>
            <a:off x="643463" y="229188"/>
            <a:ext cx="1090506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Linux Servers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785E4D-D2B4-81F9-4462-AA6DA9F01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428389"/>
              </p:ext>
            </p:extLst>
          </p:nvPr>
        </p:nvGraphicFramePr>
        <p:xfrm>
          <a:off x="7470649" y="870857"/>
          <a:ext cx="4077880" cy="1963787"/>
        </p:xfrm>
        <a:graphic>
          <a:graphicData uri="http://schemas.openxmlformats.org/drawingml/2006/table">
            <a:tbl>
              <a:tblPr/>
              <a:tblGrid>
                <a:gridCol w="1490472">
                  <a:extLst>
                    <a:ext uri="{9D8B030D-6E8A-4147-A177-3AD203B41FA5}">
                      <a16:colId xmlns:a16="http://schemas.microsoft.com/office/drawing/2014/main" val="241062716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78961173"/>
                    </a:ext>
                  </a:extLst>
                </a:gridCol>
                <a:gridCol w="898211">
                  <a:extLst>
                    <a:ext uri="{9D8B030D-6E8A-4147-A177-3AD203B41FA5}">
                      <a16:colId xmlns:a16="http://schemas.microsoft.com/office/drawing/2014/main" val="4289773790"/>
                    </a:ext>
                  </a:extLst>
                </a:gridCol>
                <a:gridCol w="774797">
                  <a:extLst>
                    <a:ext uri="{9D8B030D-6E8A-4147-A177-3AD203B41FA5}">
                      <a16:colId xmlns:a16="http://schemas.microsoft.com/office/drawing/2014/main" val="705567808"/>
                    </a:ext>
                  </a:extLst>
                </a:gridCol>
              </a:tblGrid>
              <a:tr h="3835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Ageing</a:t>
                      </a: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</a:t>
                      </a:r>
                      <a:endParaRPr lang="en-US" sz="1600" b="1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  <a:endParaRPr lang="en-US" sz="1600" b="1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  <a:endParaRPr lang="en-US" sz="1600" b="1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380154"/>
                  </a:ext>
                </a:extLst>
              </a:tr>
              <a:tr h="351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&gt;90 Days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306248"/>
                  </a:ext>
                </a:extLst>
              </a:tr>
              <a:tr h="4096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61-90 Days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495418"/>
                  </a:ext>
                </a:extLst>
              </a:tr>
              <a:tr h="4096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31-60 Days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84730"/>
                  </a:ext>
                </a:extLst>
              </a:tr>
              <a:tr h="4096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&lt;30 Days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75" marR="28575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580085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2EE56F9-E6D9-2156-0751-368D974164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7685499"/>
              </p:ext>
            </p:extLst>
          </p:nvPr>
        </p:nvGraphicFramePr>
        <p:xfrm>
          <a:off x="643462" y="3036618"/>
          <a:ext cx="6333408" cy="35747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5664D3-DDFE-5DB0-04A1-1868CB3F9DAE}"/>
              </a:ext>
            </a:extLst>
          </p:cNvPr>
          <p:cNvSpPr txBox="1"/>
          <p:nvPr/>
        </p:nvSpPr>
        <p:spPr>
          <a:xfrm>
            <a:off x="7351948" y="3054096"/>
            <a:ext cx="419658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~119 servers EOL need to be upgraded-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RHEL Obsolete version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 OS Linux obsolete version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Obsolete version of HP-UX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BE9A7C-71F5-EE79-337E-E91E3BB7B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501719"/>
              </p:ext>
            </p:extLst>
          </p:nvPr>
        </p:nvGraphicFramePr>
        <p:xfrm>
          <a:off x="643462" y="870857"/>
          <a:ext cx="6446886" cy="1986757"/>
        </p:xfrm>
        <a:graphic>
          <a:graphicData uri="http://schemas.openxmlformats.org/drawingml/2006/table">
            <a:tbl>
              <a:tblPr/>
              <a:tblGrid>
                <a:gridCol w="1541238">
                  <a:extLst>
                    <a:ext uri="{9D8B030D-6E8A-4147-A177-3AD203B41FA5}">
                      <a16:colId xmlns:a16="http://schemas.microsoft.com/office/drawing/2014/main" val="89164785"/>
                    </a:ext>
                  </a:extLst>
                </a:gridCol>
                <a:gridCol w="1065084">
                  <a:extLst>
                    <a:ext uri="{9D8B030D-6E8A-4147-A177-3AD203B41FA5}">
                      <a16:colId xmlns:a16="http://schemas.microsoft.com/office/drawing/2014/main" val="1282436879"/>
                    </a:ext>
                  </a:extLst>
                </a:gridCol>
                <a:gridCol w="989901">
                  <a:extLst>
                    <a:ext uri="{9D8B030D-6E8A-4147-A177-3AD203B41FA5}">
                      <a16:colId xmlns:a16="http://schemas.microsoft.com/office/drawing/2014/main" val="3251637853"/>
                    </a:ext>
                  </a:extLst>
                </a:gridCol>
                <a:gridCol w="914718">
                  <a:extLst>
                    <a:ext uri="{9D8B030D-6E8A-4147-A177-3AD203B41FA5}">
                      <a16:colId xmlns:a16="http://schemas.microsoft.com/office/drawing/2014/main" val="214923293"/>
                    </a:ext>
                  </a:extLst>
                </a:gridCol>
                <a:gridCol w="1193519">
                  <a:extLst>
                    <a:ext uri="{9D8B030D-6E8A-4147-A177-3AD203B41FA5}">
                      <a16:colId xmlns:a16="http://schemas.microsoft.com/office/drawing/2014/main" val="232594005"/>
                    </a:ext>
                  </a:extLst>
                </a:gridCol>
                <a:gridCol w="742426">
                  <a:extLst>
                    <a:ext uri="{9D8B030D-6E8A-4147-A177-3AD203B41FA5}">
                      <a16:colId xmlns:a16="http://schemas.microsoft.com/office/drawing/2014/main" val="2724987946"/>
                    </a:ext>
                  </a:extLst>
                </a:gridCol>
              </a:tblGrid>
              <a:tr h="2763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Asset Owner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Server Count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833705"/>
                  </a:ext>
                </a:extLst>
              </a:tr>
              <a:tr h="393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RAJESH JHA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4237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414038"/>
                  </a:ext>
                </a:extLst>
              </a:tr>
              <a:tr h="393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VIRAL GALA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941950"/>
                  </a:ext>
                </a:extLst>
              </a:tr>
              <a:tr h="5313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GAURAV DEMIWAL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5677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108919"/>
                  </a:ext>
                </a:extLst>
              </a:tr>
              <a:tr h="393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6117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14764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771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34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F2297-99FF-73BB-52E1-9945A333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639C02-02EF-7DEF-13F8-8304F292B632}"/>
              </a:ext>
            </a:extLst>
          </p:cNvPr>
          <p:cNvSpPr/>
          <p:nvPr/>
        </p:nvSpPr>
        <p:spPr>
          <a:xfrm>
            <a:off x="313944" y="261617"/>
            <a:ext cx="1156411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</a:t>
            </a:r>
            <a:r>
              <a:rPr lang="en-US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Vulnerable</a:t>
            </a:r>
            <a:r>
              <a:rPr lang="en-US" sz="20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Hosts &amp; VA Title wise (Linux)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D99F45-9DF2-A583-83FF-D782B6FFC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176838"/>
              </p:ext>
            </p:extLst>
          </p:nvPr>
        </p:nvGraphicFramePr>
        <p:xfrm>
          <a:off x="313945" y="820543"/>
          <a:ext cx="7513320" cy="5800524"/>
        </p:xfrm>
        <a:graphic>
          <a:graphicData uri="http://schemas.openxmlformats.org/drawingml/2006/table">
            <a:tbl>
              <a:tblPr/>
              <a:tblGrid>
                <a:gridCol w="2419947">
                  <a:extLst>
                    <a:ext uri="{9D8B030D-6E8A-4147-A177-3AD203B41FA5}">
                      <a16:colId xmlns:a16="http://schemas.microsoft.com/office/drawing/2014/main" val="1805846749"/>
                    </a:ext>
                  </a:extLst>
                </a:gridCol>
                <a:gridCol w="4420066">
                  <a:extLst>
                    <a:ext uri="{9D8B030D-6E8A-4147-A177-3AD203B41FA5}">
                      <a16:colId xmlns:a16="http://schemas.microsoft.com/office/drawing/2014/main" val="2306555"/>
                    </a:ext>
                  </a:extLst>
                </a:gridCol>
                <a:gridCol w="673307">
                  <a:extLst>
                    <a:ext uri="{9D8B030D-6E8A-4147-A177-3AD203B41FA5}">
                      <a16:colId xmlns:a16="http://schemas.microsoft.com/office/drawing/2014/main" val="335801442"/>
                    </a:ext>
                  </a:extLst>
                </a:gridCol>
              </a:tblGrid>
              <a:tr h="297139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10 Critical CVE (Linux)</a:t>
                      </a:r>
                    </a:p>
                  </a:txBody>
                  <a:tcPr marL="7515" marR="7515" marT="75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2515"/>
                  </a:ext>
                </a:extLst>
              </a:tr>
              <a:tr h="3392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Check ID</a:t>
                      </a:r>
                    </a:p>
                  </a:txBody>
                  <a:tcPr marL="7515" marR="7515" marT="75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Details</a:t>
                      </a:r>
                    </a:p>
                  </a:txBody>
                  <a:tcPr marL="7515" marR="7515" marT="75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</a:t>
                      </a:r>
                    </a:p>
                  </a:txBody>
                  <a:tcPr marL="7515" marR="7515" marT="75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350034"/>
                  </a:ext>
                </a:extLst>
              </a:tr>
              <a:tr h="7236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CVE-2026-31402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Kernel heap overflow / NFSv4 memory corruption / Privilege escalation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540935"/>
                  </a:ext>
                </a:extLst>
              </a:tr>
              <a:tr h="6025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CVE-2026-4631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Cockpit RCE via SSH injection and Unauthenticated command execution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09817"/>
                  </a:ext>
                </a:extLst>
              </a:tr>
              <a:tr h="428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CVE-2026-33186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gRPC authorization bypass  Improper HTTP/2 validation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408414"/>
                  </a:ext>
                </a:extLst>
              </a:tr>
              <a:tr h="5989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CVE-2006-10003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XML parser memory corruption Crafted input exploitation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068094"/>
                  </a:ext>
                </a:extLst>
              </a:tr>
              <a:tr h="428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No CVE given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Obsolete HP-UX OS  Unsupported software risk and Missing patches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915023"/>
                  </a:ext>
                </a:extLst>
              </a:tr>
              <a:tr h="428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CVE-2025-41239, CVE-2025-41237, CVE-2025-41236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VMware info disclosure / integer overflow / virtualization flaws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20927"/>
                  </a:ext>
                </a:extLst>
              </a:tr>
              <a:tr h="6370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CVE-2025-41238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VMware heap overflow Vulnerability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622701"/>
                  </a:ext>
                </a:extLst>
              </a:tr>
              <a:tr h="428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CVE-2023-25690, CVE-2022-22720, CVE-2021-44790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Apache HTTP request smuggling / OOB write / request handling flaws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503932"/>
                  </a:ext>
                </a:extLst>
              </a:tr>
              <a:tr h="428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No CVE given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CentOS obsolete version &amp; Unsupported OS exposure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335316"/>
                  </a:ext>
                </a:extLst>
              </a:tr>
              <a:tr h="428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CVE-2026-22984, CVE-2026-31607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Kernel memory issues / system instability / privilege risks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23300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B828F55-CDB5-4AEE-389C-FE827CABA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369227"/>
              </p:ext>
            </p:extLst>
          </p:nvPr>
        </p:nvGraphicFramePr>
        <p:xfrm>
          <a:off x="8092440" y="820542"/>
          <a:ext cx="3785615" cy="5769566"/>
        </p:xfrm>
        <a:graphic>
          <a:graphicData uri="http://schemas.openxmlformats.org/drawingml/2006/table">
            <a:tbl>
              <a:tblPr/>
              <a:tblGrid>
                <a:gridCol w="1348431">
                  <a:extLst>
                    <a:ext uri="{9D8B030D-6E8A-4147-A177-3AD203B41FA5}">
                      <a16:colId xmlns:a16="http://schemas.microsoft.com/office/drawing/2014/main" val="4268721037"/>
                    </a:ext>
                  </a:extLst>
                </a:gridCol>
                <a:gridCol w="1068741">
                  <a:extLst>
                    <a:ext uri="{9D8B030D-6E8A-4147-A177-3AD203B41FA5}">
                      <a16:colId xmlns:a16="http://schemas.microsoft.com/office/drawing/2014/main" val="1068704447"/>
                    </a:ext>
                  </a:extLst>
                </a:gridCol>
                <a:gridCol w="652614">
                  <a:extLst>
                    <a:ext uri="{9D8B030D-6E8A-4147-A177-3AD203B41FA5}">
                      <a16:colId xmlns:a16="http://schemas.microsoft.com/office/drawing/2014/main" val="3994292706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4222368380"/>
                    </a:ext>
                  </a:extLst>
                </a:gridCol>
              </a:tblGrid>
              <a:tr h="262253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20 Affected Hosts (Linux)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306936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Asset IP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Process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Critical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97714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10.82.12.147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240705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10.77.2.5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SIEM / Cribl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814569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10.48.12.238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460769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10.48.12.239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635369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10.48.12.247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462517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10.48.12.248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529113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10.82.12.77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58910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10.82.12.154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711750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10.48.70.25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965639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10.82.12.88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79401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10.200.147.180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SIEM / Cribl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184659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10.141.150.134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GBS Process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186795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10.82.12.78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882668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172.29.34.16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EBIMS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009213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10.82.12.86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548251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10.82.12.87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550345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10.48.70.11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318038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10.48.70.17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8437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10.48.70.13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388369"/>
                  </a:ext>
                </a:extLst>
              </a:tr>
              <a:tr h="262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10.48.70.15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SBI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164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56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6CA3C-2BE7-0288-CB52-2000543B6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9B8E3D-239F-D300-DFAF-AA1CB771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323" y="6567625"/>
            <a:ext cx="577792" cy="164148"/>
          </a:xfrm>
        </p:spPr>
        <p:txBody>
          <a:bodyPr/>
          <a:lstStyle/>
          <a:p>
            <a:fld id="{E46889F1-F20E-B547-BEBE-8FF220AB482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101">
            <a:extLst>
              <a:ext uri="{FF2B5EF4-FFF2-40B4-BE49-F238E27FC236}">
                <a16:creationId xmlns:a16="http://schemas.microsoft.com/office/drawing/2014/main" id="{5038D735-1532-5452-62E5-37E435F858C8}"/>
              </a:ext>
            </a:extLst>
          </p:cNvPr>
          <p:cNvSpPr txBox="1">
            <a:spLocks/>
          </p:cNvSpPr>
          <p:nvPr/>
        </p:nvSpPr>
        <p:spPr>
          <a:xfrm>
            <a:off x="104930" y="14990"/>
            <a:ext cx="10596801" cy="572405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 fontScale="97500"/>
          </a:bodyPr>
          <a:lstStyle>
            <a:defPPr>
              <a:defRPr lang="en-US"/>
            </a:defPPr>
            <a:lvl1pPr defTabSz="914354"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rgbClr val="000000"/>
                </a:solidFill>
                <a:latin typeface="Calibri" panose="020F0502020204030204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Headings)"/>
                <a:ea typeface="+mj-ea"/>
                <a:cs typeface="+mj-cs"/>
              </a:rPr>
              <a:t>Azure Vulnerabilities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68E33-55F9-6EA4-C333-51BF0E6288D9}"/>
              </a:ext>
            </a:extLst>
          </p:cNvPr>
          <p:cNvSpPr txBox="1"/>
          <p:nvPr/>
        </p:nvSpPr>
        <p:spPr>
          <a:xfrm>
            <a:off x="208557" y="725894"/>
            <a:ext cx="578316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Windows Azure Servers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2A2D0-D2CD-040C-87EB-CAAC77D5E02B}"/>
              </a:ext>
            </a:extLst>
          </p:cNvPr>
          <p:cNvSpPr txBox="1"/>
          <p:nvPr/>
        </p:nvSpPr>
        <p:spPr>
          <a:xfrm>
            <a:off x="163397" y="1978797"/>
            <a:ext cx="578316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Linux Azure Servers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70D78-B14C-3579-914C-7BE1A655631F}"/>
              </a:ext>
            </a:extLst>
          </p:cNvPr>
          <p:cNvSpPr txBox="1"/>
          <p:nvPr/>
        </p:nvSpPr>
        <p:spPr>
          <a:xfrm>
            <a:off x="6200277" y="725894"/>
            <a:ext cx="573800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Vulnerable Windows Hosts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969B8-0444-D976-2EBC-7E986A08CC55}"/>
              </a:ext>
            </a:extLst>
          </p:cNvPr>
          <p:cNvSpPr txBox="1"/>
          <p:nvPr/>
        </p:nvSpPr>
        <p:spPr>
          <a:xfrm>
            <a:off x="163397" y="3522096"/>
            <a:ext cx="578316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CVEs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24609-8BEB-62D6-FA44-50ACAE138789}"/>
              </a:ext>
            </a:extLst>
          </p:cNvPr>
          <p:cNvSpPr/>
          <p:nvPr/>
        </p:nvSpPr>
        <p:spPr>
          <a:xfrm>
            <a:off x="208557" y="261617"/>
            <a:ext cx="1172972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Azure Servers</a:t>
            </a:r>
            <a:endParaRPr lang="en-US" sz="2000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2D75A47-3214-DB89-3E4D-5AB7D2E10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264342"/>
              </p:ext>
            </p:extLst>
          </p:nvPr>
        </p:nvGraphicFramePr>
        <p:xfrm>
          <a:off x="6200279" y="1126772"/>
          <a:ext cx="5738006" cy="2302223"/>
        </p:xfrm>
        <a:graphic>
          <a:graphicData uri="http://schemas.openxmlformats.org/drawingml/2006/table">
            <a:tbl>
              <a:tblPr/>
              <a:tblGrid>
                <a:gridCol w="1964578">
                  <a:extLst>
                    <a:ext uri="{9D8B030D-6E8A-4147-A177-3AD203B41FA5}">
                      <a16:colId xmlns:a16="http://schemas.microsoft.com/office/drawing/2014/main" val="2097656242"/>
                    </a:ext>
                  </a:extLst>
                </a:gridCol>
                <a:gridCol w="1413538">
                  <a:extLst>
                    <a:ext uri="{9D8B030D-6E8A-4147-A177-3AD203B41FA5}">
                      <a16:colId xmlns:a16="http://schemas.microsoft.com/office/drawing/2014/main" val="1971393429"/>
                    </a:ext>
                  </a:extLst>
                </a:gridCol>
                <a:gridCol w="1233851">
                  <a:extLst>
                    <a:ext uri="{9D8B030D-6E8A-4147-A177-3AD203B41FA5}">
                      <a16:colId xmlns:a16="http://schemas.microsoft.com/office/drawing/2014/main" val="2340380412"/>
                    </a:ext>
                  </a:extLst>
                </a:gridCol>
                <a:gridCol w="1126039">
                  <a:extLst>
                    <a:ext uri="{9D8B030D-6E8A-4147-A177-3AD203B41FA5}">
                      <a16:colId xmlns:a16="http://schemas.microsoft.com/office/drawing/2014/main" val="213559432"/>
                    </a:ext>
                  </a:extLst>
                </a:gridCol>
              </a:tblGrid>
              <a:tr h="2092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Role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Critical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106933"/>
                  </a:ext>
                </a:extLst>
              </a:tr>
              <a:tr h="2092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TPAZCTXNPS02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Citrix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04515"/>
                  </a:ext>
                </a:extLst>
              </a:tr>
              <a:tr h="2092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TPAZCTXNPS01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Citrix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920961"/>
                  </a:ext>
                </a:extLst>
              </a:tr>
              <a:tr h="2092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AZTPSCALE01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15219"/>
                  </a:ext>
                </a:extLst>
              </a:tr>
              <a:tr h="2092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TPAZNAVDB01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Database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736987"/>
                  </a:ext>
                </a:extLst>
              </a:tr>
              <a:tr h="2092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TPAZCTXATHRNWMI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Citrix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913180"/>
                  </a:ext>
                </a:extLst>
              </a:tr>
              <a:tr h="2092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TPAZFUJITSU03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Citrix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416756"/>
                  </a:ext>
                </a:extLst>
              </a:tr>
              <a:tr h="2092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TPAZFUJITSU02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Citrix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964914"/>
                  </a:ext>
                </a:extLst>
              </a:tr>
              <a:tr h="2092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TPAZFUJITSU01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Citrix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161677"/>
                  </a:ext>
                </a:extLst>
              </a:tr>
              <a:tr h="2092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TPAZFUJITSU04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Citrix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652376"/>
                  </a:ext>
                </a:extLst>
              </a:tr>
              <a:tr h="2092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TPAZCTXINCREDMI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Citrix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03940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A11575-A922-5F3E-8023-4422EBD99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083137"/>
              </p:ext>
            </p:extLst>
          </p:nvPr>
        </p:nvGraphicFramePr>
        <p:xfrm>
          <a:off x="6200279" y="3948249"/>
          <a:ext cx="5783165" cy="2847977"/>
        </p:xfrm>
        <a:graphic>
          <a:graphicData uri="http://schemas.openxmlformats.org/drawingml/2006/table">
            <a:tbl>
              <a:tblPr/>
              <a:tblGrid>
                <a:gridCol w="1818192">
                  <a:extLst>
                    <a:ext uri="{9D8B030D-6E8A-4147-A177-3AD203B41FA5}">
                      <a16:colId xmlns:a16="http://schemas.microsoft.com/office/drawing/2014/main" val="1939920180"/>
                    </a:ext>
                  </a:extLst>
                </a:gridCol>
                <a:gridCol w="1686756">
                  <a:extLst>
                    <a:ext uri="{9D8B030D-6E8A-4147-A177-3AD203B41FA5}">
                      <a16:colId xmlns:a16="http://schemas.microsoft.com/office/drawing/2014/main" val="3794634040"/>
                    </a:ext>
                  </a:extLst>
                </a:gridCol>
                <a:gridCol w="1150062">
                  <a:extLst>
                    <a:ext uri="{9D8B030D-6E8A-4147-A177-3AD203B41FA5}">
                      <a16:colId xmlns:a16="http://schemas.microsoft.com/office/drawing/2014/main" val="295209009"/>
                    </a:ext>
                  </a:extLst>
                </a:gridCol>
                <a:gridCol w="1128155">
                  <a:extLst>
                    <a:ext uri="{9D8B030D-6E8A-4147-A177-3AD203B41FA5}">
                      <a16:colId xmlns:a16="http://schemas.microsoft.com/office/drawing/2014/main" val="1403975293"/>
                    </a:ext>
                  </a:extLst>
                </a:gridCol>
              </a:tblGrid>
              <a:tr h="2589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 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Device Role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Critical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70322"/>
                  </a:ext>
                </a:extLst>
              </a:tr>
              <a:tr h="2589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10.82.12.77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Azure-Cloud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102882"/>
                  </a:ext>
                </a:extLst>
              </a:tr>
              <a:tr h="2589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10.82.12.78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Azure-Cloud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972476"/>
                  </a:ext>
                </a:extLst>
              </a:tr>
              <a:tr h="2589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172.29.34.16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Azure-Cloud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3677"/>
                  </a:ext>
                </a:extLst>
              </a:tr>
              <a:tr h="2589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10.77.2.5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Azure-Cloud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931637"/>
                  </a:ext>
                </a:extLst>
              </a:tr>
              <a:tr h="2589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10.82.12.88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Azure-Cloud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727934"/>
                  </a:ext>
                </a:extLst>
              </a:tr>
              <a:tr h="2589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10.82.12.87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Azure-Cloud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892324"/>
                  </a:ext>
                </a:extLst>
              </a:tr>
              <a:tr h="2589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10.82.12.86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Azure-Cloud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248705"/>
                  </a:ext>
                </a:extLst>
              </a:tr>
              <a:tr h="2589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172.29.34.15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Azure-Cloud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148875"/>
                  </a:ext>
                </a:extLst>
              </a:tr>
              <a:tr h="2589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10.82.12.147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Azure-Cloud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621906"/>
                  </a:ext>
                </a:extLst>
              </a:tr>
              <a:tr h="2589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10.68.38.21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Azure-Cloud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0161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6270F1B-4E31-0505-57C9-EB8D3EE19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436250"/>
              </p:ext>
            </p:extLst>
          </p:nvPr>
        </p:nvGraphicFramePr>
        <p:xfrm>
          <a:off x="208556" y="3936221"/>
          <a:ext cx="5738007" cy="2855946"/>
        </p:xfrm>
        <a:graphic>
          <a:graphicData uri="http://schemas.openxmlformats.org/drawingml/2006/table">
            <a:tbl>
              <a:tblPr/>
              <a:tblGrid>
                <a:gridCol w="1155549">
                  <a:extLst>
                    <a:ext uri="{9D8B030D-6E8A-4147-A177-3AD203B41FA5}">
                      <a16:colId xmlns:a16="http://schemas.microsoft.com/office/drawing/2014/main" val="592626881"/>
                    </a:ext>
                  </a:extLst>
                </a:gridCol>
                <a:gridCol w="3725915">
                  <a:extLst>
                    <a:ext uri="{9D8B030D-6E8A-4147-A177-3AD203B41FA5}">
                      <a16:colId xmlns:a16="http://schemas.microsoft.com/office/drawing/2014/main" val="4005031735"/>
                    </a:ext>
                  </a:extLst>
                </a:gridCol>
                <a:gridCol w="856543">
                  <a:extLst>
                    <a:ext uri="{9D8B030D-6E8A-4147-A177-3AD203B41FA5}">
                      <a16:colId xmlns:a16="http://schemas.microsoft.com/office/drawing/2014/main" val="2938174917"/>
                    </a:ext>
                  </a:extLst>
                </a:gridCol>
              </a:tblGrid>
              <a:tr h="167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Check 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Details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59591"/>
                  </a:ext>
                </a:extLst>
              </a:tr>
              <a:tr h="3395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CVE-2026-41089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Windows 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Netlogon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Stack-Based Buffer Overflow Remote Code Execution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53916"/>
                  </a:ext>
                </a:extLst>
              </a:tr>
              <a:tr h="3108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CVE-2026-45495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Microsoft Edge Remote Code Execution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197199"/>
                  </a:ext>
                </a:extLst>
              </a:tr>
              <a:tr h="2442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CVE-2026-7908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Chrome Fullscreen Use-After-Free Sandbox Escape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609427"/>
                  </a:ext>
                </a:extLst>
              </a:tr>
              <a:tr h="2442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CVE-2026-7910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Chrome Views Use-After-Free Site Isolation Bypass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758665"/>
                  </a:ext>
                </a:extLst>
              </a:tr>
              <a:tr h="2442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CVE-2026-8511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Chrome UI Use-After-Free Sandbox Escape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734431"/>
                  </a:ext>
                </a:extLst>
              </a:tr>
              <a:tr h="3237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CVE-2026-8580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Chrome Mojo Use-After-Free Sandbox Escape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265570"/>
                  </a:ext>
                </a:extLst>
              </a:tr>
              <a:tr h="2442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CVE-2026-6920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Chrome Android GPU Out-of-Bounds Read Sandbox Escape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242607"/>
                  </a:ext>
                </a:extLst>
              </a:tr>
              <a:tr h="1744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CVE-2026-7333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Chrome GPU Use-After-Free Sandbox Escape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882830"/>
                  </a:ext>
                </a:extLst>
              </a:tr>
              <a:tr h="2442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CVE-2026-6919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Chrome DevTools Use-After-Free Sandbox Escape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786355"/>
                  </a:ext>
                </a:extLst>
              </a:tr>
              <a:tr h="3108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CVE-2026-33824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Windows IKE Extension Double Free Remote Code Execution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10047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96053F8-3EC9-F048-8D1E-4585868647A2}"/>
              </a:ext>
            </a:extLst>
          </p:cNvPr>
          <p:cNvSpPr txBox="1"/>
          <p:nvPr/>
        </p:nvSpPr>
        <p:spPr>
          <a:xfrm>
            <a:off x="6177699" y="3522097"/>
            <a:ext cx="578316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Vulnerable Linux Hosts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2886760-5F28-9AB2-FB2B-A7EA6C323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393014"/>
              </p:ext>
            </p:extLst>
          </p:nvPr>
        </p:nvGraphicFramePr>
        <p:xfrm>
          <a:off x="208556" y="1116565"/>
          <a:ext cx="5738007" cy="792783"/>
        </p:xfrm>
        <a:graphic>
          <a:graphicData uri="http://schemas.openxmlformats.org/drawingml/2006/table">
            <a:tbl>
              <a:tblPr/>
              <a:tblGrid>
                <a:gridCol w="1365411">
                  <a:extLst>
                    <a:ext uri="{9D8B030D-6E8A-4147-A177-3AD203B41FA5}">
                      <a16:colId xmlns:a16="http://schemas.microsoft.com/office/drawing/2014/main" val="3708707274"/>
                    </a:ext>
                  </a:extLst>
                </a:gridCol>
                <a:gridCol w="1054265">
                  <a:extLst>
                    <a:ext uri="{9D8B030D-6E8A-4147-A177-3AD203B41FA5}">
                      <a16:colId xmlns:a16="http://schemas.microsoft.com/office/drawing/2014/main" val="4017825700"/>
                    </a:ext>
                  </a:extLst>
                </a:gridCol>
                <a:gridCol w="1314536">
                  <a:extLst>
                    <a:ext uri="{9D8B030D-6E8A-4147-A177-3AD203B41FA5}">
                      <a16:colId xmlns:a16="http://schemas.microsoft.com/office/drawing/2014/main" val="4264680513"/>
                    </a:ext>
                  </a:extLst>
                </a:gridCol>
                <a:gridCol w="1314536">
                  <a:extLst>
                    <a:ext uri="{9D8B030D-6E8A-4147-A177-3AD203B41FA5}">
                      <a16:colId xmlns:a16="http://schemas.microsoft.com/office/drawing/2014/main" val="3798308072"/>
                    </a:ext>
                  </a:extLst>
                </a:gridCol>
                <a:gridCol w="689259">
                  <a:extLst>
                    <a:ext uri="{9D8B030D-6E8A-4147-A177-3AD203B41FA5}">
                      <a16:colId xmlns:a16="http://schemas.microsoft.com/office/drawing/2014/main" val="3528657057"/>
                    </a:ext>
                  </a:extLst>
                </a:gridCol>
              </a:tblGrid>
              <a:tr h="42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Head Of Department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255036"/>
                  </a:ext>
                </a:extLst>
              </a:tr>
              <a:tr h="200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GAURAV DEMIWAL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15901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19518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67356"/>
                  </a:ext>
                </a:extLst>
              </a:tr>
              <a:tr h="200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RAJESH JHA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921313"/>
                  </a:ext>
                </a:extLst>
              </a:tr>
              <a:tr h="200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16948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3659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20908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1452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23FB4A9-3A54-E740-E95A-FBC4493D0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857735"/>
              </p:ext>
            </p:extLst>
          </p:nvPr>
        </p:nvGraphicFramePr>
        <p:xfrm>
          <a:off x="208556" y="2416571"/>
          <a:ext cx="5738007" cy="1012425"/>
        </p:xfrm>
        <a:graphic>
          <a:graphicData uri="http://schemas.openxmlformats.org/drawingml/2006/table">
            <a:tbl>
              <a:tblPr/>
              <a:tblGrid>
                <a:gridCol w="1481547">
                  <a:extLst>
                    <a:ext uri="{9D8B030D-6E8A-4147-A177-3AD203B41FA5}">
                      <a16:colId xmlns:a16="http://schemas.microsoft.com/office/drawing/2014/main" val="2497820398"/>
                    </a:ext>
                  </a:extLst>
                </a:gridCol>
                <a:gridCol w="1182848">
                  <a:extLst>
                    <a:ext uri="{9D8B030D-6E8A-4147-A177-3AD203B41FA5}">
                      <a16:colId xmlns:a16="http://schemas.microsoft.com/office/drawing/2014/main" val="1771225581"/>
                    </a:ext>
                  </a:extLst>
                </a:gridCol>
                <a:gridCol w="1182848">
                  <a:extLst>
                    <a:ext uri="{9D8B030D-6E8A-4147-A177-3AD203B41FA5}">
                      <a16:colId xmlns:a16="http://schemas.microsoft.com/office/drawing/2014/main" val="1749708495"/>
                    </a:ext>
                  </a:extLst>
                </a:gridCol>
                <a:gridCol w="1182848">
                  <a:extLst>
                    <a:ext uri="{9D8B030D-6E8A-4147-A177-3AD203B41FA5}">
                      <a16:colId xmlns:a16="http://schemas.microsoft.com/office/drawing/2014/main" val="1404106282"/>
                    </a:ext>
                  </a:extLst>
                </a:gridCol>
                <a:gridCol w="707916">
                  <a:extLst>
                    <a:ext uri="{9D8B030D-6E8A-4147-A177-3AD203B41FA5}">
                      <a16:colId xmlns:a16="http://schemas.microsoft.com/office/drawing/2014/main" val="731488960"/>
                    </a:ext>
                  </a:extLst>
                </a:gridCol>
              </a:tblGrid>
              <a:tr h="2024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Head Of Department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466442"/>
                  </a:ext>
                </a:extLst>
              </a:tr>
              <a:tr h="2024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VIRAL GALA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823979"/>
                  </a:ext>
                </a:extLst>
              </a:tr>
              <a:tr h="2024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RAJESH JHA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595413"/>
                  </a:ext>
                </a:extLst>
              </a:tr>
              <a:tr h="2024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GAURAV DEMIWAL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6624"/>
                  </a:ext>
                </a:extLst>
              </a:tr>
              <a:tr h="2024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057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088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464C-6FF3-6F51-F5F6-D3D60A67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0EFEF90-88F9-6FE5-D84E-1C0E503277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9530725"/>
              </p:ext>
            </p:extLst>
          </p:nvPr>
        </p:nvGraphicFramePr>
        <p:xfrm>
          <a:off x="950176" y="1392182"/>
          <a:ext cx="9934133" cy="4807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DC92FAA-0E71-881C-A795-F1CFBB26B25A}"/>
              </a:ext>
            </a:extLst>
          </p:cNvPr>
          <p:cNvSpPr/>
          <p:nvPr/>
        </p:nvSpPr>
        <p:spPr>
          <a:xfrm>
            <a:off x="884419" y="437308"/>
            <a:ext cx="9999891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en-US" sz="32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Vulnerabilities Trend (All Servers)</a:t>
            </a:r>
          </a:p>
        </p:txBody>
      </p:sp>
    </p:spTree>
    <p:extLst>
      <p:ext uri="{BB962C8B-B14F-4D97-AF65-F5344CB8AC3E}">
        <p14:creationId xmlns:p14="http://schemas.microsoft.com/office/powerpoint/2010/main" val="16705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12c672-172c-496f-9ae0-af7d29b8131e" xsi:nil="true"/>
    <lcf76f155ced4ddcb4097134ff3c332f xmlns="8de56eca-6eed-4502-9dfa-08c48a50569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528DB2E47E2048A411565F08AD2CC8" ma:contentTypeVersion="17" ma:contentTypeDescription="Create a new document." ma:contentTypeScope="" ma:versionID="ca923cc5c728df8c23dc14c2b520a647">
  <xsd:schema xmlns:xsd="http://www.w3.org/2001/XMLSchema" xmlns:xs="http://www.w3.org/2001/XMLSchema" xmlns:p="http://schemas.microsoft.com/office/2006/metadata/properties" xmlns:ns2="8de56eca-6eed-4502-9dfa-08c48a505699" xmlns:ns3="0912c672-172c-496f-9ae0-af7d29b8131e" targetNamespace="http://schemas.microsoft.com/office/2006/metadata/properties" ma:root="true" ma:fieldsID="17dc41c94d94c8291782dead7f26ef9b" ns2:_="" ns3:_="">
    <xsd:import namespace="8de56eca-6eed-4502-9dfa-08c48a505699"/>
    <xsd:import namespace="0912c672-172c-496f-9ae0-af7d29b813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e56eca-6eed-4502-9dfa-08c48a5056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85c89c4-562e-4ce0-9b38-54594a101e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2c672-172c-496f-9ae0-af7d29b8131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4432633-e6eb-499f-bfde-15b6bc6781dc}" ma:internalName="TaxCatchAll" ma:showField="CatchAllData" ma:web="0912c672-172c-496f-9ae0-af7d29b813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56DD66-E2B2-43D6-9D1D-6D1409019D7D}">
  <ds:schemaRefs>
    <ds:schemaRef ds:uri="0912c672-172c-496f-9ae0-af7d29b8131e"/>
    <ds:schemaRef ds:uri="8de56eca-6eed-4502-9dfa-08c48a505699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2278B5A-0A91-4B19-B04A-7BC34A1DA83E}">
  <ds:schemaRefs>
    <ds:schemaRef ds:uri="0912c672-172c-496f-9ae0-af7d29b8131e"/>
    <ds:schemaRef ds:uri="8de56eca-6eed-4502-9dfa-08c48a5056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9375F5B-6BB3-45F9-BD7E-2AC9638308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1375</Words>
  <Application>Microsoft Office PowerPoint</Application>
  <PresentationFormat>Widescreen</PresentationFormat>
  <Paragraphs>750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Aptos Narrow</vt:lpstr>
      <vt:lpstr>Arial</vt:lpstr>
      <vt:lpstr>Calibri</vt:lpstr>
      <vt:lpstr>Calibri (Headings)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MohdAtif Ahsan</dc:creator>
  <cp:lastModifiedBy>Amrendra Sandilya</cp:lastModifiedBy>
  <cp:revision>1</cp:revision>
  <dcterms:created xsi:type="dcterms:W3CDTF">2026-01-08T08:13:22Z</dcterms:created>
  <dcterms:modified xsi:type="dcterms:W3CDTF">2026-06-10T10:32:06Z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0x010100DC528DB2E47E2048A411565F08AD2CC8</vt:lpwstr>
  </property>
  <property fmtid="{D5CDD505-2E9C-101B-9397-08002B2CF9AE}" pid="3" name="MediaServiceImageTags">
    <vt:lpwstr/>
  </property>
</Properties>
</file>